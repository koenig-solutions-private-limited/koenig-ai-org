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JSON-RPC over stdio — the wire protocol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Decode a raw MCP message frame at the byte level: envelope, id, method, params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why JSON-RPC 2.0 over stdio was chosen over REST, gRPC, or WebSocket for local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Implement the full initialize → capabilities → tools/list → tools/call lifecycle by hand without an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when to use HTTP Streaming transport instead of stdio and what changes at the protocol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JSON-RPC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newline-delimited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stdio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HTTP streaming transport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capability negotiation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notification vs request vs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protocol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Why the wire format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MCP SDK — the Python mcp package, the TypeScript @modelcontextprotocol/sdk, the Rust crate — is an abstraction 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More importantly: once you understand the wire format, the SDK stops being magic. Every SDK call maps to one or two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chapter builds that fluency from scratch.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JSON-RPC 2.0: the message envelope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MCP uses JSON-RPC 2.0 as its message format. This is not an implementation detail — it's a deliberate choice with specif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JSON-RPC 2.0 defines four message shapes: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Request (client → server, or server → client)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id field is critical: it's how the response is correlated back to this specific request. In a world where multiple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stdio transport: why a pipe beats a socket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technical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For local MCP servers — servers running on the same machine as the host — the MCP spec defines MCP stdio transport: the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newline-delimited JSON, also called NDJSON or JSON Lines. The framing rule is brutally simple: read until \n, 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Why not WebSockets?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initialize handshake: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 MCP session begins with a MCP initialize handshake. Understanding it prevents a surprising class of bugs where a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Message 1: initialize (client → server)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protocolVersion — the version it wants to speak. Servers should accept any version they support; the spec doesn't mandat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capabilities — what the client can do. roots.listChanged means the client supports notifications when the root (workspac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Reading a real MCP exchange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Let's trace a complete tool call from wire to result. The scenario: a user in Claude Desktop asks "What are my open GitH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Step 1: Host discovers available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inputSchema is a JSON Schema object. This is what the host passes to the model to describe the tool's calling conven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Step 2: Model decides to call the tool. Host sends tools/call.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HTTP Streaming transport: when stdio isn't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Stdio is perfect for local servers. But you can't run a stdio process when the MCP server is a cloud API — when the serv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MCP spec defines an HTTP Streaming transport (formerly called HTTP+SSE; the 2025 spec revision renamed and updated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Connection model: Instead of a subprocess pipe, the client makes HTTP POST requests to a single endpoint. The server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Message format: Same JSON-RPC 2.0 envelope. Same newline delimiting. The wire format is identical; only the carrier chan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a 60-line MCP server, no SDK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the most important exercise in the course. You're going to write an MCP server from scratch, in Python, using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What the server will do: Handle tools/list (returns one tool: echo) and tools/call for the echo tool (returns whatever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Complete implementation: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Testing it from the terminal (sequence matters — you need the initialize handshake first):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Error codes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JSON-RPC 2.0 defines standard error codes that MCP uses for protocol-level errors: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MCP-specific error codes start at -32000 and go down. Application-specific errors (your tool's domain errors) go in resu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Chapter 3, we zoom out from the wire protocol to the three semantic primitives: Tools, Resources, and Prompts. You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3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