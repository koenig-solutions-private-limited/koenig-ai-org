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Chapter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Gateways, audit logs, and shipping to a 1,000-user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academy.kspl.tech | Koenig AI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You'll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Explain the role of an MCP gateway vs. running servers directly (discovery, RBAC, rate limiting, audit)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Configure a gateway with server discovery via .well-known metadata, RBAC policies, and per-user rate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Produce a structured audit log stream (who called what, when, with what result) that passes a SOC 2 audit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Describe the five most common production failure modes and their mitigations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MCP gateway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.well-known server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RBAC scopes (tools:read / tools:admin)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structured audit logging (JSON Lines)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6459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rate limiting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4688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horizontal scaling without session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291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• rolling deployments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MCP specification's .well-known/mcp.json endpoint (analogous to OAuth's .well-known/oauth-authorization-server from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As of the 2026 MCP roadmap, gateway-level RBAC using OAuth scopes (tools:read, tools:admin) is the recommended pattern 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JSON Lines (JSONL) — one JSON object per newline — is the de-facto format for MCP audit logs: it is streamable, grep-abl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MCP servers designed for horizontal scaling must be stateless across requests: session affinity (sticky sessions) is a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contrarian premise: gateways on day one, not day 100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Most engineering teams introduce a gateway after they hit a problem — usually when security asks "who called that tool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argument for gateway-first is economic, not architectural. Setting up mcp-gateway (the OSS option covered in this 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02-json-rpc-over-stdio you learned in Chapter 2 does not change when you add a gateway. The gateway is transparent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Gateway topology: what goes 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gateway is the single ingress point for all MCP traffic. It does four things before forwarding any request: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Token validation: verify the DPoP proof JWT and access token (as you wired in 04-oauth-dpop-auth)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RBAC enforcement: check the token's scopes against the requested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Rate limiting: apply per-user or per-client token bucket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Configuring mcp-gateway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mcp-gateway is the reference OSS implementation. Install it: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gateway is configured with a single YAML file: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gateway will discover the upstream server's capabilities via .well-known/mcp.json, configure RBAC from the scopes_re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model="claude-sonnet-4-6"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RBAC: scopes, tools, and the least-privilege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RBAC in MCP is scope-based: the OAuth access token carries a set of scopes, and the gateway checks them against the scop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two canonical scopes are: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mapping in scopes_required lets you be surgical: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 user with only tools:read can call list_repos and read_file, but gets a 403 Forbidden when they try to call create_pr.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Structured audit logging for SOC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 SOC 2 Type II audit requires that you can answer five questions about any system action: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Who performed it (identity, non-repudiable)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What they did (action and target)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When they did it (timestamp, UTC, sub-second)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Rate limiting: protecting your servers and your budget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Rate limiting in an MCP gateway serves two purposes: protecting upstream servers from accidental (or intentional) floodi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token bucket algorithm is the right choice for MCP: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Each user starts with burst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Tokens replenish at requests_per_minute / 60 tokens per second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The five production failure modes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These are the five patterns that actually end production MCP deployments. Each has a mitigation that's straightforward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Failure mode 1: Token expiry mid-session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What happens: An access token issued at session start expires (typically 15–60 minutes for DPoP tokens) while the model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Mitigation: MCP clients must implement proactive token refresh — refresh the token when expires_in - current_time &lt; 60s,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Horizontal scaling and zero-downtime deployments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When you're ready to scale from one server instance to a team of 1,000, two properties must hold: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Servers must be stateless: covered above. Verify by running two instances simultaneously and sending alternating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Rolling deployments must be possible: the gateway must support routing traffic to new server versions before the old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Start with 10% traffic on the new version, watch the error rate and p99 latency in your audit logs, then ramp to 100% 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Hands-on exercise: gateway + RBAC + audit logs end-to-end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Goal: deploy the DPoP-enabled server from Chapter 4 behind mcp-gateway. Configure RBAC. Verify that tools:read users 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Test RBAC (10 minutes):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Verify audit logs (5 minutes):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tools/list returns 200 with the read-only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This is the final chapter of the course. You've now built every layer of a production MCP deployment: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Chapter 1: Why MCP exists and the N×M problem it solves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Chapter 2: The 02-json-rpc-over-stdio — JSON-RPC frames, the initialize lifecycle, stdio vs. HTTP transport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Chapter 3: 03-tools-resources-prompts — the three primitives and the decision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1460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Complete the hands-on exercise in this chapter.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Then continue to Chapter 6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