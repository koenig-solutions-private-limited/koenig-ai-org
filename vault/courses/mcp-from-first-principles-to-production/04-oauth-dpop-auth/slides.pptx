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Chapter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OAuth 2.1 + DPoP — production auth for MCP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Explain what OAuth 2.1 changes from OAuth 2.0 and why those changes matter specifically for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Describe DPoP (Demonstration of Proof-of-Possession) and why bearer tokens alone are insufficient for MCP gateways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Implement an MCP server that validates DPoP-bound access tokens and returns structured auth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Write the .well-known/oauth-authorization-server metadata endpoint required by the MCP auth 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OAuth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PKCE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DPoP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proof JWTs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token binding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4688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WWW-Authenticate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291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.well-known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1148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Workload Identity Federation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OAuth 2.1 is a consolidation of OAuth 2.0 (RFC 6749) that makes PKCE mandatory for all grants and removes the implicit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DPoP (RFC 9449) adds a proof JWT to every token request and API call that binds the access token to the client's public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MCP auth spec requires remote servers to expose a /.well-known/oauth-authorization-server metadata document (RFC 841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Bearer token theft is a real attack vector in MCP deployments: prompt injection attacks can cause models to leak token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authentication problem MCP solved badly at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initial MCP specification shipped with a minimal auth story: for stdio servers, security came from process-level 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That gap creates real problems in HTTP deployments. Production MCP servers encounter Bearer token edge cases that the 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2026 roadmap lists two SEPs (Specification Enhancement Proposals) to address this: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SEP-1932: DPoP (Demonstration of Proof-of-Possession) as the mandatory binding mechanism for access tokens on remote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OAuth 2.1: what changed and why it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OAuth 2.0 (2012) was designed for a world of server-rendered web apps and mobile apps with long-lived refresh tokens. Ov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changes that directly affect MCP server implementations: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PKCE is now mandatory for all grant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PKCE (Proof Key for Code Exchange, RFC 7636) was originally an optional extension for mobile apps to prevent authorizati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Bearer tokens and why they're not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Before understanding DPoP, you need to understand what's wrong with Bearer tokens in the MCP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 Bearer token is exactly what the name implies: whoever bears it wins. The HTTP spec (RFC 6750) defines Bearer tokens 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 traditional web app contexts, Bearer tokens are acceptable because: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Token expiry is typically short (1 hour)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DPoP: how token binding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DPoP (Demonstration of Proof-of-Possession, RFC 9449) adds a cryptographic binding between an access token and the clien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Here's the mechanism: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Step 1: Key generation. The MCP client generates an ephemeral asymmetric key pair (EC P-256 or RSA 2048) at session 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Step 2: Token request with DPoP proof. When requesting an access token from the OAuth server, the client sends a DPoP 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Implementing the .well-known metadata endpoint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Before clients can authenticate against your server, they need to know where the authorization endpoints are. The MCP 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Here's the minimal required document: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dpop_signing_alg_values_supported — declares that this server accepts DPoP proofs. If absent, clients may fall back to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code_challenge_methods_supported: ["S256"] — declares PKCE with SHA-256 only (plain is insecure and should not be listed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Implementing DPoP validation in the MCP 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Here's a production-oriented DPoP validation implementation. This adds to the Chapter 2 echo server, extended to HTTP tr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Wiring into the MCP request handler: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model="claude-sonnet-4-6"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system="You are a security engineer reviewing MCP authentication code. Be specific about what can go wrong."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Hands-on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Add DPoP validation to the Chapter 2 echo server.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Goal: Extend the Python echo server to run as an HTTP server. Add DPoP validation on every tools/call request. Return a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Copy the DPoP validation functions above into your echo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Add an HTTP endpoint (POST /mcp) that validates DPoP before dispatching. The critical 401 path must include a WWW-Authen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 05-gateways-audit-logs, we take the auth-enabled server from this chapter and put it behind a gateway. You'll configu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1460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Complete the hands-on exercise in this chapter.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Then continue to Chapter 5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