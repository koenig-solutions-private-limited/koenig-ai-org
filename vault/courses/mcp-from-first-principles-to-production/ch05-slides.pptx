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Gateways, audit logs, and shipping to a 1,000-user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MCP specification's .well-known/mcp.json endpoint (analogous to OAuth's .well-known/oauth-authorization-server from [[04-oauth-dpop-auth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As of the 2026 MCP roadmap, gateway-level RBAC using OAuth scopes (tools:read, tools:admin) is the recommended pattern for multi-tenant depl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JSON Lines (JSONL) — one JSON object per newline — is the de-facto format for MCP audit logs: it is streamable, grep-able, and directly inge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 servers designed for horizontal scaling must be stateless across requests: session affinity (sticky sessions) is a design smell that pre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contrarian premise: gateways on day one, not day 100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Most engineering teams introduce a gateway after they hit a problem — usually when security asks "who called that tool last Tuesday?" and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argument for gateway-first is economic, not architectural. Setting up mcp-gateway (the OSS option covered in this chapter) takes under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[[02-json-rpc-over-stdio|wire protocol]] you learned in Chapter 2 does not change when you add a gateway. The gateway is transparent to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Gateway topology: what goes 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 Client (Claude Desktop, IDE plugin, your agent)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│  JSON-RPC over HTTP (Streamable HTTP transport)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┌─────────────────────────────────────────────────────┐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│                   MCP Gateway                       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Configuring mcp-gateway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mcp-gateway is the reference OSS implementation. Install it: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pip install mcp-gateway        # Python variant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npm install -g @mcp/gateway    # Node variant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gateway is configured with a single YAML file: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RBAC: scopes, tools, and the least-privilege rule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RBAC in MCP is scope-based: the OAuth access token carries a set of scopes, and the gateway checks them against the scopes_required map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two canonical scopes are: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mapping in scopes_required lets you be surgical: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"scopes_required":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Deploy a gateway with RBAC, rate limits, and JSONL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