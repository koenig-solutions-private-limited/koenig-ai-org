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OAuth 2.1 + DPoP — production auth for MCP servers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383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1A1AA"/>
                </a:solidFill>
              </a:rPr>
              <a:t>Chapter 4 · mcp from first principles to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89920" cy="27432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OAuth 2.1 is a consolidation of OAuth 2.0 (RFC 6749) that makes PKCE mandatory for all grants and removes the implicit grant and resource owner password credent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974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DPoP (RFC 9449) adds a proof JWT to every token request and API call that binds the access token to the client's public key — making stolen tokens useless witho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7947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The MCP auth spec requires remote servers to expose a /.well-known/oauth-authorization-server metadata document (RFC 8414) that declares supported grant types,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8920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Bearer token theft is a real attack vector in MCP deployments: prompt injection attacks can cause models to leak token values into tool call arguments; log aggr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facts (2)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89920" cy="27432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SEP-1932 (DPoP) and SEP-1933 (Workload Identity Federation) are listed on the MCP roadmap as "On the Horizon" — community-driven work that maintainers are not 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974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For stdio servers: auth is process-level; the OS enforces that only the parent process can read from the subprocess's stdout. OAuth is only required for HTTP tr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authentication problem MCP solved badly at first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89920" cy="27432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The initial MCP specification shipped with a minimal auth story: for stdio servers, security came from process-level isolation (only the host that launched the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974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That gap creates real problems in HTTP deployments.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7947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The 2026 roadmap lists two SEPs (Specification Enhancement Proposals) to address this: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8920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SEP-1932: DPoP (Demonstration of Proof-of-Possession) as the mandatory binding mechanism for access tokens on remote MCP servers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authentication problem MCP solved badly at first (2)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89920" cy="27432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SEP-1933: Workload Identity Federation for machine-to-machine MCP server 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974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This chapter covers both the current auth spec and the SEP-1932 design so you're building for where the protocol is going, not where it was.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OAuth 2.1: what changed and why it matters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89920" cy="27432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OAuth 2.0 (2012) was designed for a world of server-rendered web apps and mobile apps with long-lived refresh tokens.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974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The changes that directly affect MCP server implementations: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7947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PKCE is now mandatory for all grant types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8920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PKCE (Proof Key for Code Exchange, RFC 7636) was originally an optional extension for mobile apps to prevent authorization code interception attacks.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OAuth 2.1: what changed and why it matters (2)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89920" cy="27432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In practice: when an MCP client initiates an OAuth flow to get tokens for your server, it must include a code_challenge in the authorization request and a code_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974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Implicit grant removed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7947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The OAuth 2.0 implicit grant returned access tokens directly in the URL fragment after authorization.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8920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Token lifetime requirements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OAuth 2.1: what changed and why it matters (3)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89920" cy="27432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OAuth 2.1 tightens guidance on refresh token rotation (one-time use) and recommends short-lived access tokens (minutes, not hours).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974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The implicit grant removal breaks a common pattern.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7947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system="You are an OAuth 2.1 implementation expert.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8920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prompt="Walk me through the exact sequence of messages in an OAuth 2.1 authorization code + PKCE flow for an MCP client requesting tokens for an MCP server.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OAuth 2.1: what changed and why it matters (4)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89920" cy="27432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expectedOutput="The expert covers: (1) The client generates a cryptographically random code_verifier (43-128 URL-safe chars), then computes code_challenge = BAS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974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question="An MCP client sends an authorization request to your OAuth 2.1 authorization server but omits the code_challenge parameter.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7947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"Accept it — PKCE is only mandatory for public clients (mobile/SPA), not confidential clients",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8920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"Reject the authorization request — PKCE with S256 is mandatory for ALL authorization code grants in OAuth 2.1",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OAuth 2.1: what changed and why it matters (5)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89920" cy="27432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"Issue the authorization code but add a warning in the response",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974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"Accept it but require the client to prove identity via client_secret instead"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7947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explanation="OAuth 2.1 makes PKCE mandatory for ALL authorization code grants — there is no exception for confidential clients.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Bearer tokens and why they're not enough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89920" cy="27432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Before understanding DPoP, you need to understand what's wrong with Bearer tokens in the MCP context.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974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A Bearer token is exactly what the name implies: whoever bears it wins.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7947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In traditional web app contexts, Bearer tokens are acceptable because: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8920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Prompt injection is a first-class attack vector.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Bearer tokens and why they're not enough (2)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89920" cy="27432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Multi-tenant HTTP servers share a token endpoint.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974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Long-running agentic sessions hold tokens for extended periods.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DPoP: how token binding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89920" cy="27432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DPoP (Demonstration of Proof-of-Possession, RFC 9449) adds a cryptographic binding between an access token and the client that requested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6974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Step 2: Token request with DPoP proof.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7947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jwk: the client's public key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8920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htm: the HTTP method of this request (POST)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Try it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926080"/>
            <a:ext cx="10241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Implement DPoP-bound OAuth 2.1 auth on your MCP server and verify with a failing token replay test.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A1A1AA"/>
                </a:solidFill>
              </a:rPr>
              <a:t>academy.kspl.tech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