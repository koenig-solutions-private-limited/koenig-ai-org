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1A1AA"/>
                </a:solidFill>
              </a:rPr>
              <a:t>CHAPTER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OAuth 2.1 + DPoP—production auth for MCP servers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MCP From First Principles to Production — Koenig AI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Explain what OAuth 2.1 changes from OAuth 2.0 and why those changes matter for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585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Describe DPoP (Demonstration of Proof-of-Possession) and why bearer tokens are insufficient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1868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Implement an MCP server that validates DPoP-bound access tokens on every tools/call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7880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▸  Write the .well-known/oauth-authorization-server metadata endpoint required by the MCP auth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Auth Problem MCP Initially Left Open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Initial MCP spec: stdio security via OS-level process isolation; HTTP auth left to implementors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Bearer tokens in HTTP deployments leaked via logs, prompt injection, and multi-tenant misconfiguration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Prompt injection causes models to echo Authorization header values into tool call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SEP-1932 (DPoP) and SEP-1933 (Workload Identity) are on the 2026 roadmap to close these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OAuth is not required for stdio servers — only HTTP transport needs explicit auth 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OAuth 2.1 — What Changed from OAuth 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PKCE (Proof Key for Code Exchange) is now mandatory for ALL authorization code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The implicit grant is removed — tokens in URL fragments exposed to browser history and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Resource Owner Password Credentials grant is removed entirely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Short-lived access tokens + one-time-use refresh token rotation are now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MCP clients must handle mid-session token expiry and proactive refresh during 30+ min agent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PKCE — Preventing Authorization Code Interception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Client generates a random code_verifier (43-128 chars), computes code_challenge = SHA256(verifier)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Authorization request includes code_challenge; token request sends the original code_verifier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Authorization server rejects if BASE64URL(SHA256(verifier)) != stored code_challenge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Stolen authorization codes are useless without the code_verifier held only by the legitimate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MCP clients omitting code_challenge must be rejected by OAuth 2.1-compliant authorization servers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Bearer Tokens — Why They Fail in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Bearer means whoever holds the token wins — no binding to the client that requested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Prompt injection extracts tokens at the application layer, bypassing TLS and VPN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Structured logging pipelines frequently capture Authorization headers unintentionally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Multi-tenant servers may accept tokens issued for a different tenant if binding is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30-minute agentic sessions hold high-value Bearer tokens far longer than browser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DPoP — Cryptographic Token Binding (RFC 9449)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Client generates an ephemeral EC/RSA key pair; private key never leaves 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Every token request and API call includes a DPoP proof JWT signed by the private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The access token's cnf.jkt claim contains a JWK thumbprint of the client's public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Stolen token is useless — using it requires a valid DPoP proof from the matching private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DPoP proof includes htm (method), htu (URL), iat (freshness), and jti (replay prevention)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DPoP — Six Validation Steps on Every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1. Verify the Authorization: DPoP &lt;token&gt; is a valid, unexpired access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2. Verify the DPoP proof JWT signature using the public key in the proof 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3. Confirm the proof's public key matches the cnf.jkt thumbprint in the access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4. Confirm htm and htu in the proof match the current request's method and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5. Confirm iat is within a 60-second freshness window (prevents replay)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54132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6. Confirm jti hasn't been seen before — reject duplicate JTIs within the max_age window to prevent replay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.well-known/oauth-authorization-server Endpoint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MCP auth spec requires all remote servers to expose RFC 8414 discovery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Declares authorization_endpoint, token_endpoint, jwks_uri, and dpop_signing_alg_values_supported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code_challenge_methods_supported must list S256 only — plain is insecure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dpop_signing_alg_values_supported enables progressive DPoP adoption alongside legacy Bearer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Declaring DPoP support is zero-cost; omitting it forces SEP-1932-compliant clients to fall back or refuse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Implementing DPoP Validation — Key Code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Decode the DPoP proof header without verification to extract the embedded JWK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Reconstruct the public key from JWK and verify the proof signature with PyJWT[crypto]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Compute expected_ath = BASE64URL(SHA256(access_token)) and compare to the proof's ath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Store used JTIs in a Redis store with TTL = max_age_seconds to prevent replay across instances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On any validation failure: return HTTP 401 + WWW-Authenticate: DPoP realm=mcp-server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Structured Audit Logging for Every Tool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Emit one JSON line per request to stderr: ts, event, sub, method, tool, args_hash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auth_failure events include error_code (invalid_dpop_proof, use_dpop_nonce) for SIEM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Hash tool arguments (SHA-256 prefix) — audit record captures shape, not sensitive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Log pipeline can filter auth_failure at high rate to detect credential-stuffing against your MCP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SOC 2 audit templates require both access events and failure events with actor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Production Hardening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Replace in-memory JTI set with Redis + TTL — required for horizontally-scaled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Set DPoP max_age to 60 seconds; tighter windows reduce replay window at cost of clock-skew tolerance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Rotate ephemeral DPoP keys per session, not per request, to balance security and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Declare dpop_signing_alg_values_supported before all clients support DPoP for zero-flag-day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Test the 401 path explicitly — unauthenticated tools/call must return WWW-Authenticate: DPoP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Hands-On Exercise — What You’ll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Extend the Chapter 2 Python echo server to run as an HTTP server on POST /mcp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Add DPoP validation: validate proof on every tools/call; return 401 on any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Add /.well-known/oauth-authorization-server with dpop_signing_alg_values_supported: [ES256]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Emit one structured JSON audit log line per request (event, sub, method, error_code if any)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Test with curl: unauthenticated call returns 401, .well-known returns valid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Continue to 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Gateways, RBAC &amp; Audit Logs — putting auth-enabled MCP servers into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66F1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