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Tools, Resources, Prompts — the three primitives and the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Define each of the three MCP primitives in one precise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Apply the 'who initiates, who controls, what mutates' decision rule to classify any integration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Design a Resources schema for a multi-document knowledge base with URI templating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Write a Prompt template with arguments that a model can invoke by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URI templating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inputSchema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resource subscriptions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control flow ownership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side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MCP defines exactly three primitive types — Tools, Resources, and Prompts — each with a distinct initiation model, side-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 are model-initiated operations that may have side effects; declared via tools/list and invoked via tools/call, wit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Resources are read-only data objects identified by URIs or RFC 6570 URI templates; listed via resources/list and fetched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Prompts are user-selected reusable message templates with named arguments; listed via prompts/list and rendered to a 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mistake almost every developer makes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Ask a developer to build an MCP server for their internal knowledge base. Nine out of ten will build a Tool called searc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knowledge base is read-only data the model should be able to access, not a query the model should execute. The corre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Understanding the three primitives at the level of their design intent — not just their API shape — is the difference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Tools — what the model executes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One-sentence definition: A Tool is an operation the model initiates that may have side effects and returns a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keyword is may have side effects. Tools are the only MCP primitive where mutation is expected and permitted. Creatin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Wire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 are declared via tools/list and invoked via tools/call. You've seen both in 02-wire-protocol. The critical field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Resources — what the model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One-sentence definition: A Resource is read-only data identified by a URI that either the model or the application can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"either the model or the application" part is why Resources exist as a separate primitive. With Tools, only the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Wire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Resources are listed via resources/list and read via resources/read. Each resource has a URI and a MIME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Prompts — what the user selects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One-sentence definition: A Prompt is a user-initiated, parameterised message template that the host exposes as a selecta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the least-understood primitive. Many developers skip Prompts entirely because they look optional — and they're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key distinction: Tools are model-initiated; Prompts are user-initiated. The user looks at a menu of available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Wire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decision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integration requirement can be classified with three questions: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 decides autonomously →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User selects from a menu →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App pre-loads into context (or model requests by URI) →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classify and implement a GitHub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Part 1 — Classification (10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Given this GitHub integration requirements list, classify each as Tool, Resource, or Prompt with one sentence of justifi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List all open pull requests for a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Read the content of any file at any commit 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04-oauth-and-auth, we address the question that security teams ask immediately: "Who is allowed to call these tools?"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4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