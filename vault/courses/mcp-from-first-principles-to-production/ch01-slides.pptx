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Why MCP exists — the design problem it actually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Announced: 25 November 2024 by Anthropic.[^1]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Wire protocol: JSON-RPC 2.0 (newline-delimited) over stdio or HTTP+SSE.[^1]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Primitives: Tools, Resources, Prompts.[^1]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LSP lineage: Modelled on the Language Server Protocol.[^3]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N×M integration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MCP existed, every team building an LLM application faced the same structural trap.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Suppose you are building an AI coding assistant. Your users need the model to read GitHub repos, query Jira tickets, pull documentation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Now suppose a second team is building an AI support agent. They need the same five integrations plus Salesforce and Zendesk. They repeat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isn't a hypothetical. In the period leading up to MCP's launch, teams building on Claude and other LLMs had each written bespoke integr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alternatives that didn't survive contact with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N×M framing explains that a protocol was needed. It doesn't explain why MCP looks the way it does. For that, you need to understand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Alternative 1: Custom REST adapters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Failure mode: REST APIs assume long-lived HTTP, human-like error handling, and stable sessions. LLM tool calls are ephemeral, parallel, and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Alternative 2: WebSocket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LSP lineage: a protocol that solved this before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Model Context Protocol did not invent its own design. It borrowed from a protocol that already solved the identical N×M problem in a dif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LSP, every code editor (VS Code, Vim, Emacs, Eclipse, IntelliJ) had to implement language support for every programming language — 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LSP solved it with a single insight: separate the language intelligence from the editor UI. A language server runs as a local process and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borrows three specific architectural choices from LSP: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host / client / server triad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defines a precise three-way topology that almost every tutorial glosses over. Understanding it prevents an entire class of architectural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Host — The LLM application. Claude.ai is a host. Cursor is a host. Your custom agent is a host. The host is responsible for: starting and 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Client — A component inside the host that manages a single MCP server connection. A host can maintain multiple clients simultaneously (one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Server — The MCP server itself. A server exposes some combination of Tools, Resources, and Prompts, and it serves exactly one domain: a GitH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