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1A1AA"/>
                </a:solidFill>
              </a:rPr>
              <a:t>MCP FROM FIRST PRINCIPLES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1A1AA"/>
                </a:solidFill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Why MCP exists — the design problem it actually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be able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Articulate the N×M integration problem that motivated MCP's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Compare MCP to three alternatives (custom REST adapters, WebSocket hub, OpenAPI spec) and name the specific 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Explain how the LSP (Language Server Protocol) lineage shaped MCP's architecture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Identify which problems MCP deliberately does NOT try to solve,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Announced: 25 November 2024 by Anthropic.[^1]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Wire protocol: JSON-RPC 2.0 (newline-delimited) over stdio or HTTP+SSE.[^1]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Primitives: Tools, Resources, Prompts.[^1]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N×M integration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Before MCP existed, every team building an LLM application faced the same structural trap.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Suppose you are building an AI coding assistant. Your users need the model to read GitHub repos, query Jira tickets, pul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Now suppose a second team is building an AI support agent. They need the same five integrations plus Salesforce and Zend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alternatives that didn't survive contact with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N×M framing explains that a protocol was needed. It doesn't explain why MCP looks the way it does. For that, you nee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Alternative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Alternative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Alternative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LSP lineage: a protocol that solved this before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Model Context Protocol did not invent its own design. It borrowed from a protocol that already solved the identical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Before LSP, every code editor (VS Code, Vim, Emacs, Eclipse, IntelliJ) had to implement language support for every progr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LSP solved it with a single insight: separate the language intelligence from the editor UI. A language server runs as 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host / client / server triad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MCP defines a precise three-way topology that almost every tutorial glosses over. Understanding it prevents an entire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Host — The LLM application. Claude.ai is a host. Cursor is a host. Your custom agent is a host. The host is responsible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Client — A component inside the host that manages a single MCP server connection. A host can maintain multiple clients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MCP deliberately does NOT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MCP is a narrow protocol for context injection. Problems it excludes are deferred to higher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Agent orchestration: No flow control or branching logic. Orchestration (ReAct, plan-and-execute) belongs to the 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Multi-agent coordination: Agents cannot coordinate through MCP. They need separate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minimal MCP server: hello world in ~38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best way to make the architecture concrete is to read a complete, working MCP server. The following Python implement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"""Minimal MCP server: exposes one tool (echo) over stdio transport."""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def send(msg: dict) -&gt; None: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Hands-on exercise: map your own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Pick three integrations you maintain (APIs, databases, SDKs). For each, answer: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Assignment: If this were an MCP server, what's its name? What does the Host own?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Primitive: Is it a Tool, Resource, or Prompt?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Try it next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A"/>
                </a:solidFill>
              </a:rPr>
              <a:t>Continue learning 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