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JSON-RPC over stdio — the wire protocol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the wire format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MCP SDK — the Python mcp package, the TypeScript @modelcontextprotocol/sdk, the Rust crate — is an abstraction layer over the same wir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More importantly: once you understand the wire format, the SDK stops being magic. Every SDK call maps to one or two JSON messages. Once you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chapter builds that fluency from scratch.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JSON-RPC 2.0: the message envelope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uses [[JSON-RPC 2.0]][^1] as its message format. This is not an implementation detail — it's a deliberate choice with specific consequen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JSON-RPC 2.0 defines four message shapes: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Request (client → server, or server → client)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"jsonrpc": "2.0",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stdio transport: why a pipe beats a socket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technical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local MCP servers — servers running on the same machine as the host — the MCP spec defines [[MCP stdio transport|stdio transport]]: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newline-delimited JSON, also called NDJSON or JSON Lines. The framing rule is brutally simple: read until \n, parse what you got as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[host writes to server stdin]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initialize handshake: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MCP session begins with a [[MCP initialize handshake|three-message handshake]][^4]. Understanding it prevents a surprising class of 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Message 1: `initialize` (client → server)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"jsonrpc": "2.0",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"method": "initialize",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Reading a real MCP exchange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Let's trace a complete tool call from wire to result. The scenario: a user in Claude Desktop asks "What are my open GitHub PRs?" and the 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Step 1: Host discovers available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→ {"jsonrpc":"2.0","id":2,"method":"tools/list","params":{}}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"jsonrpc":"2.0",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