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1A1AA"/>
                </a:solidFill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JSON-RPC over stdio
— the wire protocol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MCP: From First Principles to Production — Koenig AI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the wire format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▸  All MCP SDKs abstract over the same wire protocol — production failures reduce to raw 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5856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▸  Every SDK call maps to one or two JSON messages; wire fluency exposes round-trip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1868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▸  Wire format knowledge reveals error shapes, security exposure, and protocol invariants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7880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▸  SDK fluency without wire fluency: you can configure MCP integrations but not diagnose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JSON-RPC 2.0 — the message envelope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MCP uses JSON-RPC 2.0 as its message format — a deliberate choice, not an implementation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214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The id field correlates responses to requests; enables multiple in-flight requests simultaneously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44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Notifications have no id field — one-way messages; the sender never expects a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6732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error and result are mutually exclusive in a response — a valid response carries exactly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Spec: https://www.jsonrpc.org/specification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stdio transport — why a pipe beats a socket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Host launches MCP server as a subprocess; communication is via stdin and stdout pipes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214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Framing rule: read until newline, parse as JSON — no sockets, no ports, no TLS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44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Subprocess lifecycle: server dies when host closes the pipe — no cleanup logic 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6732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stderr is strictly for logs — any non-JSON text on stdout corrupts the JSON-RPC 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Spec: https://spec.modelcontextprotocol.io/specification/2025-03-26/basic/transports/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initialize handshake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Every session begins: initialize request → initialize response → notifications/initialized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214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The handshake must complete before any tool calls — requests before it violate the 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44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Each side’s capabilities object determines the entire valid call surface for the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6732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notifications/initialized is a notification — no id field, no response expected from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Spec: https://spec.modelcontextprotocol.io/specification/2025-03-26/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Reading a real MCP exchange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Scenario: user asks about open GitHub PRs; host invokes list_pull_requests on an 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214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Step 1: host sends tools/list to discover available tools and each tool’s inputSchema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44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Step 2: model decides to call a tool; host sends tools/call with name and arguments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6732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Tool errors use isError:true in result — JSON-RPC error field is for protocol errors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▸  Protocol errors (malformed request) and tool errors (execution failed) are handled differently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Write a 60-line Python MCP server — no SDK, raw sys.stdin / sys.stdout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366F1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