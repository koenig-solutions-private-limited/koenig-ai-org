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MCP connector: orchestrating multi-server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tools follow the naming pattern mcp____ — e.g., the GitHub server named "github" with a list_issues tool becomes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tools require explicit permission via allowedTools; permissionMode: "acceptEdits" does NOT auto-approve MCP tools [1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Three transport types: stdio (local processes), HTTP (stateless remote), SSE (streaming remote). A fourth option — SDK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default connection timeout for stdio servers is 60 seconds; servers that take longer to start fail silently unless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MCP naming convention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Understanding the naming pattern is the foundation for everything that follows. Given an mcpServers config entry with 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mcp__github__list_issues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mcp__github__search_issues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mcp__github__create_issue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three transport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stdio — local process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stdio is the most common transport for development and for community-published servers on npm or PyPI. The SDK spawns 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claude_agent_sdk import query, ClaudeAgentOptions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options = ClaudeAgentOptions(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Orchestrating three servers in one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where the real power emerges. You can configure multiple servers with different transport types in a single mcpS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claude_agent_sdk import (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query, ClaudeAgentOptions,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SystemMessage, ResultMessage, AssistantMessage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`permissionMode: "acceptEdits"` is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the most common production mistake with MCP. The Agent SDK has three permission modes: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acceptEdits is useful for coding agents that need to read and write files without prompting. But it explicitly does not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correct pattern is allowedTools with explicit grants: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WRONG — permissionMode doesn't cover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Detecting connection failures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servers fail silently if you don't check for them. The SystemMessage with subtype init arrives before the agent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async for message in query(prompt=..., options=options):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if isinstance(message, SystemMessage) and message.subtype == "init":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 for s in message.data.get("mcp_servers", [])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Practice the hands-on exercise in this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