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Files API + code execution: the complete agent IO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Files API beta header is files-api-2025-04-14 — required on every request [1].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Maximum file size: 500 MB per file; total workspace storage: 500 GB per organization [1].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File storage operations (upload, download, list, retrieve, delete) are free; file content is billed as input tokens when referenced in a 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Code execution pricing: 50 free hours per day, then $0.05 per hour; announced at the May 2025 agent capabilities launch [2].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Content block types by file format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Files API supports different file types that map to different content block types in the Messages API. Getting this wrong is the most 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file types not in this table (.docx, .xlsx, .md), the recommended approach is conversion: convert to plain text or PDF first, then uploa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Uploading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Install the Anthropic SDK (not the Agent SDK):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pip install anthropic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Upload a PDF and an image: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anthropic import 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Referencing files in Messages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Once uploaded, reference the file_id using the appropriate content block type. You don't need the file's bytes — just the ID: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Three queries against the same PDF — only one upload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"What were the total revenues in Q1?",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"List the top 3 risk factors mentioned in this report.",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billing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"upload once" pitch is accurate for bandwidth. Here's the complete billing picture: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Free operations: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POST /v1/files (upload)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GET /v1/files (list)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