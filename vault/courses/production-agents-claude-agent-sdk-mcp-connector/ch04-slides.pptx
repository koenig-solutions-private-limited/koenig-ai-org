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Chapter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Files API + code execution: the complete agent IO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academy.kspl.tech | Koenig AI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You'll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Upload a PDF and a dataset to the Files API and reference both in a Messages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Use the code execution tool to process an uploaded CSV and download the output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Apply the correct content block type (document, image, container_upload) for each file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Explain the billing model: what is free, what is charged as tokens, and what is charged as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files-api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file-id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content-blocks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code-execution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container-upload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4688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billing-model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291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zdr-ineligibility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Files API beta header is files-api-2025-04-14 — required on every request [1].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Maximum file size: 500 MB per file; total workspace storage: 500 GB per organization [1].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File storage operations (upload, download, list, retrieve, delete) are free; file content is billed as input tokens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Code execution pricing: 50 free hours per day, then $0.05 per hour; announced at the May 2025 agent capabilities launch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Content block types by file format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Files API supports different file types that map to different content block types in the Messages API. Getting this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For file types not in this table (.docx, .xlsx, .md), the recommended approach is conversion: convert to plain text or 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Uploading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Install the Anthropic SDK (not the Agent SDK):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Upload a PDF and an image: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returned file_id is permanent until you delete it. Store it in your database alongside the document metadata.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Referencing files in Messages calls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Once uploaded, reference the file_id using the appropriate content block type. You don't need the file's bytes — just 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For images, use the image content block type: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Using an image file_id in a document block (or vice versa) returns a 400 invalid_request_error. The content block type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billing reality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"upload once" pitch is accurate for bandwidth. Here's the complete billing picture: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POST /v1/files (upload)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GET /v1/files/{id} (metadata)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DELETE /v1/files/{id} (delete)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Code execution with the Files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code execution tool gives Claude a sandboxed Python environment. You can pass files to it via container_upload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Now download the generated chart: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model="claude-opus-4-7"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prompt="I have a CSV with columns: month, product, revenue. Using the code execution tool, compute the top 3 products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File lifecycle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Files persist until you explicitly delete them. For production agents, you need a retention policy: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Files API rate limit is approximately 100 requests per minute during the beta period. If you're bulk-uploading docum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Extended prompt caching with Files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When you use the same file across many Messages calls in a short window, extended prompt caching can significantly reduc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With caching enabled, the first call to include a given file_id pays full input token cost. Subsequent calls within the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cache is keyed on the exact content. If the file's content changes (you re-upload), the cache key changes and you 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Managing files at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For production agents that ingest documents regularly, you need patterns beyond "upload once." A document ingestion pipe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Stage 1 — upload and register: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Stage 3 — clean up stale files: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500 GB per-organization limit seems generous until you have thousands of PDFs. Build the cleanup stage from day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 the Files API does NOT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Knowing the limits prevents surprises: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Not available on Bedrock or Vertex AI: If your organization uses Claude through AWS or GCP, the Files API is not availab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Downloaded files only from code execution / skills: You cannot download a file you uploaded. The download endpoint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No ZDR: If your organization has Zero Data Retention enabled, the Files API is ineligible. Files are stored until explic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Hands-on exercise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Build a document-analysis agent that uploads a PDF once and runs three analytical queries with a downloaded chart.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Setup: Use any PDF you have — a research paper, a product manual, or a public SEC filing work well.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Upload the PDF to the Files API, store the returned file_id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Run Query 1: "What is the main topic of this document? Summarize in 3 sentences."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In Chapter 5 you'll harden everything built so far into production-ready agents. The focus shifts from capabilities to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1460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Complete the hands-on exercise in this chapter.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Then continue to Chapter 5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