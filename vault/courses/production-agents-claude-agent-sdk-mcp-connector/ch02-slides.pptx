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Managed Agents beta — when to use it, when to roll your 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Claude Managed Agents launched in public beta on April 8, 2026; all API requests require the managed-agents-2026-04-01 beta header [1].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Pricing has two parts: Managed Agents runtime plus standard Claude model token costs; verify current rates in the official quickstart 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Rate limits: 300 requests per minute for create endpoints (agents, sessions, environments); 600 requests per minute for read endpoints (retr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agent_toolset_20260401 tool type enables the full built-in toolset: Bash, file operations, web search and fetch, and MCP servers [1].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four core concepts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Managed Agents introduces four concepts that don't exist in the Agent SDK. You need to understand all four before writing a single line of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 — a saved configuration: model, system prompt, tools, MCP servers, and skills. Create it once, reference it by agent.id across every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Environment — a cloud container template: pre-installed packages, network access rules, and mounted files. Today the only supported config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Session — a running instance of an agent inside an environment. One session = one task. Sessions are not reused. When the task is done, the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Creating your first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Install the Anthropic SDK (not the Agent SDK — Managed Agents uses the standard Anthropic client):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pip install anthropic  #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npm install @anthropic-ai/sdk  #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Create an agent. This is a one-time operation — save the returned agent.id: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Creating an environment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environment = client.beta.environments.create(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name="analyst-env",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"type": "cloud",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"networking": {"type": "unrestricted"},  # allows outbound web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Starting a session and streaming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is where Managed Agents gets interesting. The pattern is: open a stream, then immediately send the first user message. Events arrive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from anthropic import Anthropic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client = Anthropic()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Create session (reuse agent_id and environment_id from above)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Deploy a gateway with RBAC, rate limits, and JSONL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