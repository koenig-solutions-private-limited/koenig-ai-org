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Managed Agents beta — when to use it, when to roll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academy.kspl.tech | Koenig AI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Describe the four core Managed Agents concepts: Agent, Environment, Session,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Create an agent, environment, and session via the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Stream SSE events and correctly detect session.status_idle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Apply the decision rule: Managed Agents vs Agent SDK for five scenario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managed-agents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agent-environment-session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sse-streaming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runtime-pricing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beta-header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4688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status-idle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Claude Managed Agents launched in public beta on April 8, 2026; all API requests require the managed-agents-2026-04-01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Pricing: $0.08 per runtime hour + standard Claude model token costs; the runtime clock runs from session creation to 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Rate limits: 300 requests per minute for create endpoints (agents, sessions, environments); 600 requests per minute for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agent_toolset_20260401 tool type enables the full built-in toolset: Bash, file operations, web search and fetch,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four core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Managed Agents introduces four concepts that don't exist in the Agent SDK. You need to understand all four before writin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Agent — a saved configuration: model, system prompt, tools, MCP servers, and skills. Create it once, reference it by 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Environment — a cloud container template: pre-installed packages, network access rules, and mounted files. Today the 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Session — a running instance of an agent inside an environment. One session = one task. Sessions are not reused. When 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Creating your first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Install the Anthropic SDK (not the Agent SDK — Managed Agents uses the standard Anthropic client):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Create an agent. This is a one-time operation — save the returned agent.id: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agent_toolset_20260401 tool type is a bundle — it's not equivalent to listing individual tools. It enables everythin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Creating an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environment is also a one-time setup. For most workloads, unrestricted networking is correct — your agent can fetch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Starting a session and streaming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This is where Managed Agents gets interesting. The pattern is: open a stream, then immediately send the first user messa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model="claude-opus-4-7"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prompt="You are running inside a Managed Agents session. The user has sent: 'Here is some sales data as a Python list: [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expectedOutput="Claude emits an agent.message with a plan, then an agent.tool_use event for Bash, then another agent.mes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pricing trap most tutorials skip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Here's the fact the quickstart buries: the $0.08 per runtime hour accrues from session creation to session termination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operational implication: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Short, stateless tasks (under 5 minutes): Managed Agents is fine. The $0.08/hr works out to ~$0.007 per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Long interactive sessions (hours with gaps): runtime cost compounds fast. An agent session left open for 8 hours waiting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Decision rule: Managed Agents vs Agent SDK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Apply this five-scenario decision table: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canonical migration path Anthropic documents is: prototype locally with the Agent SDK, then move to Managed Agents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Managed Agents is in public beta as of April 2026. The managed-agents-2026-04-01 beta header is required on every reques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Steering a session mid-execution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You can send additional user events to a running session to change direction without starting a new session: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This is one of the most powerful Managed Agents features and the clearest difference from the Agent SDK: the agent is 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model="claude-opus-4-7"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prompt="Walk me through the Managed Agents session lifecycle: from agent creation through session completion. List each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Hands-on exercise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Ship a Managed Agents session that runs a multi-step data analysis task and streams all tool-use events to your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Create an agent with model: "claude-opus-4-7" and tools: [{ type: "agent_toolset_20260401" }]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Create an environment with type: "cloud" and networking: { type: "unrestricted"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Create a session referencing both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Fetching historical event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One significant advantage of Managed Agents over the Agent SDK: event history is persisted server-side. If your stream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This is fundamentally different from the Agent SDK's JSONL session files, which live on your local filesystem. For Manag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Network partitions don't corrupt the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You can inspect completed sessions retroactively (e.g., for debugging or billing audit)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Multi-agent sessions (research preview)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most ambitious Managed Agents capability is multiagent: running multiple coordinated agents as a single session. As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pattern is: one orchestrator agent breaks the task, one or more worker agents execute subtasks, results flow back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If you're building workflows that require true parallelism (multiple agents running simultaneously rather than sequentia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Rate limits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rate limits deserve more attention than the documentation gives them. At 300 create requests per minute for agents,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300 requests / minute = 5 requests / second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 web app with 100 concurrent users each triggering one session: you're at 100 create RPM on session creation alone, lea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In practice, pre-create your agents and environments once and reuse their IDs. The agent and environment IDs are stable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In Chapter 3 you'll connect external tools to your agent via the Model Context Protocol. MCP is what turns a general-pur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1460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Complete the hands-on exercise in this chapter.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Then continue to Chapter 3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