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Managed Agents beta — when to use it, when to roll your 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Claude Managed Agents launched in public beta on April 8, 2026; all API requests require the managed-agents-2026-04-01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Pricing: $0.08 per runtime hour + standard Claude model token costs; the runtime clock runs from session creation to 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Rate limits: 300 requests per minute for create endpoints (agents, sessions, environments); 600 requests per minute for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agent_toolset_20260401 tool type enables the full built-in toolset: Bash, file operations, web search and fetch, 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four core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Managed Agents introduces four concepts that don't exist in the Agent SDK. You need to understand all four before writin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Agent — a saved configuration: model, system prompt, tools, MCP servers, and skills. Create it once, reference it by 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Environment — a cloud container template: pre-installed packages, network access rules, and mounted files. Today the onl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Session — a running instance of an agent inside an environment. One session = one task. Sessions are not reused. When 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Creating your first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Install the Anthropic SDK (not the Agent SDK — Managed Agents uses the standard Anthropic client):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pip install anthropic  #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npm install @anthropic-ai/sdk  # TypeScript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Create an agent. This is a one-time operation — save the returned agent.id: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Creating an environment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environment = client.beta.environments.create(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name="analyst-env",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"type": "cloud",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"networking": {"type": "unrestricted"},  # allows outbound web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Starting a session and streaming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This is where Managed Agents gets interesting. The pattern is: open a stream, then immediately send the first user messa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from anthropic import Anthropic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client = Anthropic()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# Create session (reuse agent_id and environment_id from above)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pricing trap most tutorials skip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Here's the fact the quickstart buries: the $0.08 per runtime hour accrues from session creation to session termination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operational implication: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Short, stateless tasks (under 5 minutes): Managed Agents is fine. The $0.08/hr works out to ~$0.007 per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Long interactive sessions (hours with gaps): runtime cost compounds fast. An agent session left open for 8 hours waiting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Practice the hands-on exercise in this chapter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