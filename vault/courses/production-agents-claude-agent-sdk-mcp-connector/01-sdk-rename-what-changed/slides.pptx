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changed when Claude Code SDK became Claude Agent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npm package changed from @anthropic-ai/claude-code-sdk to @anthropic-ai/claude-agent-sdk; the PyPI package changed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Opus 4.7 (claude-opus-4-7) requires Agent SDK v0.2.111 or later; older SDK versions throw a thinking.type.enabled API 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TypeScript SDK bundles a native Claude Code binary for your platform as an optional dependency — you no longer need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Authentication on Amazon Bedrock, Google Vertex AI, and Microsoft Azure Foundry is controlled entirely by environment 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rename isn't cosmetic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Most developers saw the April 2026 announcement and ran npm install @anthropic-ai/claude-agent-sdk. Done, right? Not 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rename matters strategically because it de-couples the SDK from Claude Code the developer product. Claude Code is 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There's also a real technical signal in the version requirement. Requiring v0.2.111 for Opus 4.7 means Anthropic is now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Installing the renamed SDK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Remove the old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npm uninstall @anthropic-ai/claude-code-sdk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Install the renamed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Updating your imports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Every import in your existing code needs to change. This is a search-and-replace operation, not a logic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TypeScript —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{ query } from "@anthropic-ai/claude-code-sdk";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type { ClaudeCodeOptions } from "@anthropic-ai/claude-code-sdk";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`query()` API in 2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core API hasn't changed between SDK versions. query() is an async generator that yields message objects as the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query, ClaudeAgentOptions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def main():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for message in query(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Capturing and resuming sessions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Session continuity is one of the most underused features of the SDK. When the SystemMessage with subtype init arrives,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query, ClaudeAgentOptions, SystemMessage, ResultMessage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session_id =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def first_query():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Practice the hands-on exercise in this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