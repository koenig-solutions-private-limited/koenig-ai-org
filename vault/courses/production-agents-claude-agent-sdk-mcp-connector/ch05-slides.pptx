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A1A1AA"/>
                </a:solidFill>
              </a:rPr>
              <a:t>CHAPTER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Production: deploy + observability
+ cost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1A1AA"/>
                </a:solidFill>
              </a:rPr>
              <a:t>Production Agents: Claude Agent SDK + MCP Connector — Koenig AI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The Hook System — four callbacks, full lifecycle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47120" cy="27432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▸  Hooks are synchronous callbacks in ClaudeAgentOptions.hooks; HookMatcher filters by tool name regex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2140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▸  PreToolUse fires before execution — return permissionDecision: deny to block before any side effect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94436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▸  PostToolUse fires after execution — always returns {}; use for audit logging, not for blocking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76732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▸  Python SDK supports tool, prompt, stop, compaction, permission, notification, subagent events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59028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▸  Python lacks SessionStart/SessionEnd — those lifecycle events are TypeScript-SDK 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Hook 1 — Audit Log (PostToolUse)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47120" cy="27432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▸  PostToolUse fires after every matched tool call, receiving tool_name, file_path, and session_id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2140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▸  Always return {} to pass through — PostToolUse cannot block a write that has already executed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94436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▸  When NOT to use: cost circuit breakers — the file is already written when PostToolUse fires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76732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▸  Log structured JSON, not print() — structured logs enable per-session queries and error rate dashboards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59028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▸  Footgun: if your logger raises an exception, wrap it in try/except or audit entries are silently lost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Hook 2 — Cost Circuit Breaker (PreToolUse)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47120" cy="27432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▸  PreToolUse fires before the tool executes — return permissionDecision: deny to block before side effects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2140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▸  Return {} to allow; return hookSpecificOutput with permissionDecision and a reason string to deny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94436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▸  Track cumulative input tokens in a class instance; trip the breaker when usage exceeds the cap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76732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▸  Production gotcha: never block silently — always include a reason so Claude gets actionable feedback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59028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▸  Sonnet 5 migration: rebaseline your token cap — Sonnet 5 generates ~30% more tokens per equivalent 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Hook 3 — Session Lifecycle Telemetry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47120" cy="27432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▸  Python SDK has no SessionStart or SessionEnd events — emit session-start from the first message instead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2140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▸  TypeScript SDK: register hooks.SessionStart with an async callback that fires before any tool call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94436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▸  The SessionStart hook receives session_id, cwd, and environment context in the input dict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76732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▸  Python workaround: log from the first SystemMessage to capture session_id before tool calls begin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59028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▸  When NOT to use TypeScript sessions in Python: the callback is simply not invoked; no error is raised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Hook 4 — Prompt Sanitization (UserPromptSubmit)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11247120" cy="27432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▸  UserPromptSubmit fires before the prompt reaches the model — strip PII at this point, not in PostToolUse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2140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▸  Return a modified input_data dict with the cleaned prompt to replace the original message in the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94436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▸  When to use: PII redaction, profanity filters, prompt-injection detection, context injection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76732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▸  When NOT to use: tool result cleanup — use PostToolUse for that; this hook only sees the initial prompt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590288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▸  Footgun: always log when redaction occurs with session_id and pattern found — silent redaction fails audits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Try It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1A1AA"/>
                </a:solidFill>
              </a:rPr>
              <a:t>Add the production hook stack to an agent — verify the circuit breaker fires at a low token cap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366F1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