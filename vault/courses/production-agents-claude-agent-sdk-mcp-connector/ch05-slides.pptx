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Production: deploy + observability + cost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Implement four production hooks: audit logging (PostToolUse), cost circuit breaker (Stop), session initialization (SessionStart), and prompt sanitization (UserPromptSubmit)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Configure structured JSON logging for every tool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Apply the five-step deployment checklist before taking an agent to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why bypassPermissions is dangerous and what to use instead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hooksystem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postToolUse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circuit-breaker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459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structured-logging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688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settingSources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29184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langfuse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11480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permissionMode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Agent SDK supports seven hook event types: PreToolUse, PostToolUse, Stop, SessionStart, SessionEnd, UserPromptSubmit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permissionMode: "bypassPermissions" disables ALL safety checks, including file-edit confirmations and destructive Bash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Session JSONL files are written to ~/.claude/sessions/ by default and can be redirected with the CLAUDE_SESSIONS_DIR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Setting sources load in order: global (~/.claude/), then project (.claude/), then inline options. Inline options overrid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hook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Hooks are callback functions attached to the agent lifecycle. They run synchronously in your process before or after 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matcher is a Python regex. "Edit|Write" matches any tool whose name contains "Edit" or "Write". Use ".*" to match 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Hook 1: Audit log (PostToolUse)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Every file modification should be logged with a timestamp, file path, and session ID. This hook runs after every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Hook 2: Cost circuit breaker (Stop)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Stop hook fires when the agent's stop_reason indicates it has finished — or when you want to force an early stop.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circuit_breaker.check_cost raises, the query() generator raises the exception to your code and the agent stops.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Do NOT raise exceptions silently inside hooks — always log before raising. When a hook exception terminates a session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Hook 3: Session initialization (SessionStart)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Use SessionStart to inject session metadata into your observability system as soon as the session opens: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Hook 4: Prompt sanitization (UserPromptSubmit)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UserPromptSubmit fires when a user message is submitted to the agent. Use it to strip PII or dangerous patterns before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complete production hook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Put it all together into a factory function you can reuse across agents: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prompt="I'm running an agent with a PostToolUse hook that tracks cumulative input tokens. After 12 tool calls, cumulativ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expectedOutput="Claude explains: the circuit breaker runs after each tool call. After the first Edit (call 13), it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Langfuse integration for observability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Langfuse is the recommended observability backend for Koenig AI Academy's company/learnova-academy. Wire it into your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five-step deployment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Before any agent goes to production, verify all five: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Permissions are minimal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allowedTools lists only the specific tools the agent needs — no .* wildcards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permissionMode is acceptEdits or default — never bypassPermissions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Harden an existing agent with the production hook stack and verify the circuit breaker.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Setup: Use the MCP-wired agent from Chapter 3, or any agent that makes multiple tool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Apply the production_options() factory function from this chapter to your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Set max_input_tokens=50_000 (intentionally low to trigger the circuit breaker)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Monitoring with structured logging in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Structured JSON logs let you query agent behavior with standard log tooling. Here's the complete logging setup used by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 Langfuse, these log entries correlate to spans on a trace timeline. In Datadog or CloudWatch Logs Insights, they're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Per-session cost breakdown (how many tool calls, which tools, which files modified)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Error rate by tool type (which MCP servers fail most often)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Deploying to production environments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Agent SDK runs in your process — you can deploy it anywhere Python or Node.js runs. The key differences between depl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Lambda / Cloud Functions (short-lived): best for agents that complete in under 15 minutes. Package the SDK and your 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Long-running container (EC2, Cloud Run, K8s): best for agents with sessions that span multiple turns or that need to 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Managed Agents (Anthropic-hosted): as covered in course/production-agents-claude-agent-sdk-mcp-connector/02-managed-agen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contrarian production advice: log before you optimize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Most teams' first instinct after deploying an agent is to optimize for cost — reduce token usage, tune the model size,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Until you have structured logs for at least 100 real sessions, you don't know: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Which tool is called most often (and thus where caching would help most)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Which prompts consume the most tokens (and thus where prompt engineering ROI is highest)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You've now completed the full five-chapter arc. The capstone project ties it together: you'll build a production researc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field is moving fast. Watch the Claude Agent SDK changelog and the Managed Agents release notes for breaking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6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