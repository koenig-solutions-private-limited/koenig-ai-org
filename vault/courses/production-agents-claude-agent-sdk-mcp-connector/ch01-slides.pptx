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 changed when Claude Code SDK became Claude Agent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Identify the five most important breaking changes between Claude Code SDK and Claude Agent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Update package.json / requirements.txt and all imports to the new package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Run a basic query() call that proves the migration succeeded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what the rename signals about Anthropic's product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sdk-rename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query-api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built-in-tools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session-ids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bedrock-vertex-auth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package-names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npm package changed from @anthropic-ai/claude-code-sdk to @anthropic-ai/claude-agent-sdk; the PyPI package changed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Opus 4.7 (claude-opus-4-7) requires Agent SDK v0.2.111 or later; older SDK versions throw a thinking.type.enabled API 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TypeScript SDK bundles a native Claude Code binary for your platform as an optional dependency — you no longer need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Authentication on Amazon Bedrock, Google Vertex AI, and Microsoft Azure Foundry is controlled entirely by environment 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rename isn't cosmetic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Most developers saw the April 2026 announcement and ran npm install @anthropic-ai/claude-agent-sdk. Done, right? Not 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rename matters strategically because it de-couples the SDK from Claude Code the developer product. Claude Code is 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There's also a real technical signal in the version requirement. Requiring v0.2.111 for Opus 4.7 means Anthropic is now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Installing the renamed SDK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After installing, verify the version: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Updating your imports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import in your existing code needs to change. This is a search-and-replace operation, not a logic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TypeScript —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TypeScript —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Note: the options type renamed from ClaudeCodeOptions to ClaudeAgentOptions.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`query()` API in 2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core API hasn't changed between SDK versions. query() is an async generator that yields message objects as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generator yields several message types. The ones you'll care about most: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prompt="What is the current working directory? List the files in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Capturing and resuming sessions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Session continuity is one of the most underused features of the SDK. When the SystemMessage with subtype init arrives,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resume option re-opens the existing JSONL session file on your filesystem. Claude picks up with full context from 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Session files live under ~/.claude/sessions/ by default. They're JSONL, not encrypted, and can be large for long-running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Built-in tools: the complete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Agent SDK ships ten built-in tools. You must declare which ones you allow explicitly — there's no "allow all built-i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Bash tool is the one to be careful with. In a CI context with a fully sandboxed container it's fine. On a developer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Multi-cloud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If you run behind Bedrock, Vertex AI, or Azure, the SDK respects environment variables — you don't change any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ANTHROPIC_API_KEY environment variable is still checked first. If it's set, it wins over cloud provider credentials.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prompt="Find all TypeScript files in this project that import from '@anthropic-ai/claude-code-sdk' and list their paths.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Migrate a code-reviewer agent to the Claude Agent SDK.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Start with this minimal Claude Code SDK agent (or your own existing code):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Install claude-agent-sdk (Python) or @anthropic-ai/claude-agent-sdk (TypeScript)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Update the import to from claude_agent_sdk import query, ClaudeAgentOptions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Subagents: orchestrating specialized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One of the most powerful Agent SDK features is the ability to spawn specialized subagents from within a parent agent. 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Agent tool must be in allowedTools for the parent to spawn subagents. Messages from within a subagent's context incl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Note the pattern: the parent doesn't implement the reviewer or writer logic itself. It delegates, which keeps the 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Configuration file loading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SDK loads configuration from multiple sources, applied in a defined order. Understanding this prevents "why isn't 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Later sources override earlier ones. This means you can set safe defaults globally and override them per-project or per-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 restrict which sources load — for example, in a CI environment where you don't want the developer's ~/.claude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important for reproducibility: a CI agent should behave identically regardless of what's installed in the develo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Skills and slash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Agent SDK supports two additional configuration primitives that most tutorials skip: Skills and slash commands.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Skills are specialist instructions that extend the agent's capabilities for specific domains. A SKILL.md file at .claude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Slash commands are shorthand for common task templates. A review.md file at .claude/commands/review.md becomes a /review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These are the same skill and command systems that power Claude Code's daily usage, now fully available to your programma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Chapter 2 you'll meet Managed Agents — Anthropic's hosted agent harness that launched the same day as this SDK rename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2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