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Chapter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MCP connector: orchestrating multi-server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You'll 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Configure stdio, HTTP, and SSE MCP servers in a single query()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Scope MCP tool access with allowedTools wildcards and per-tool grants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Detect and handle server connection failures via the system init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Explain why permissionMode acceptEdits is NOT sufficient for MCP tool approval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Concepts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mcp-tool-naming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mcpServers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transport-types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mcp-json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4592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tool-search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46888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oauth2-headers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29184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connection-timeout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MCP tools follow the naming pattern mcp____ — e.g., the GitHub server named "github" with a list_issues tool becomes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MCP tools require explicit permission via allowedTools; permissionMode: "acceptEdits" does NOT auto-approve MCP tools [1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Three transport types: stdio (local processes), HTTP (stateless remote), SSE (streaming remote). A fourth option — SDK 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default connection timeout for stdio servers is 60 seconds; servers that take longer to start fail silently unless 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MCP naming convention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Understanding the naming pattern is the foundation for everything that follows. Given an mcpServers config entry with 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This prefix structure matters because it's what you put in allowedTools. The wildcard pattern mcp__github__* allows all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three transport types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stdio — local process servers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stdio is the most common transport for development and for community-published servers on npm or PyPI. The SDK spawns a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Never hard-code secrets in the env field. The values shown above are illustrative. Use process.env.GITHUB_TOKEN (TypeScr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HTTP — stateless remote servers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Orchestrating three servers in one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This is where the real power emerges. You can configure multiple servers with different transport types in a single mcpS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Why `permissionMode: "acceptEdits"` is not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This is the most common production mistake with MCP. The Agent SDK has three permission modes: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acceptEdits is useful for coding agents that need to read and write files without prompting. But it explicitly does not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correct pattern is allowedTools with explicit grants: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Using bypassPermissions to work around this is not the answer — it disables every safety check in the SDK, including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Detecting connection failures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MCP servers fail silently if you don't check for them. The SystemMessage with subtype init arrives before the agent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Common failure causes by transport: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stdio: npx not on PATH, package not published, missing env vars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HTTP: URL unreachable, invalid SSL certificate, wrong endpoint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Project-level config with `.mcp.json`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For projects where the same servers are always needed, put them in .mcp.json at the project root. The SDK loads this fil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${VAR} syntax expands environment variables at load time. This keeps credentials out of your code while making the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model="claude-sonnet-4-6"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prompt="I've configured an MCP server named 'github' with the @modelcontextprotocol/server-github package. What is the 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Tool search for large tool 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When you configure many MCP servers simultaneously, their tool definitions can fill a significant portion of the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Tool search is enabled by default. You can verify it's active by checking whether long tool definition lists appear in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OAuth2 authentication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For servers that require OAuth 2.1, the SDK doesn't handle the OAuth flow — that's your application's job. After you 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Refresh token handling is also your responsibility. Wire token refresh into your session initialization code, not into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model="claude-sonnet-4-6"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prompt="I see this in my init message: {'name': 'postgres', 'status': 'failed', 'error': 'connection timeout'}. What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Hands-on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Wire a GitHub MCP server + a Postgres MCP server + the Claude Code docs HTTP server into one agent.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Install @modelcontextprotocol/server-github and @modelcontextprotocol/server-postgres via npx (they auto-install on firs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Set GITHUB_TOKEN to a GitHub personal access token with repo:read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Set DATABASE_URL to a local Postgres instance (e.g., postgresql://localhost/testdb) — even a fresh empty DB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In Chapter 4 you'll complete the agent's IO surface with the Files API and code execution tool. The Files API lets you 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51460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97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Complete the hands-on exercise in this chapter.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Then continue to Chapter 4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