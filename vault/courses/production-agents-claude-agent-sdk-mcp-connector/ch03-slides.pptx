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MCP connector: orchestrating multi-server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 tools follow the naming pattern mcp__server-name__tool-name — e.g., the GitHub server named "github" with...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 tools require explicit permission via allowedTools; permissionMode: "acceptEdits" does NOT auto-approve...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Three transport types: stdio (local processes), HTTP (stateless remote), SSE (streaming remote). A fourth...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default connection timeout for stdio servers is 60 seconds; servers that take longer to start fail...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MCP naming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Understanding the naming pattern is the foundation for everything that follows. Given an mcpServers config...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mcp__github__list_issues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mcp__github__search_issues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mcp__github__create_issue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three transport 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stdio — local process servers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stdio is the most common transport for development and for community-published servers on npm or PyPI. The SDK...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claude_agent_sdk import query, ClaudeAgentOptions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options = ClaudeAgentOptions(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Orchestrating three servers in one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is where the real power emerges. You can configure multiple servers with different transport types in 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claude_agent_sdk import (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query, ClaudeAgentOptions,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SystemMessage, ResultMessage, AssistantMessage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`permissionMode: "acceptEdits"` is not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is the most common production mistake with MCP. The Agent SDK has three permission modes: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acceptEdits is useful for coding agents that need to read and write files without prompting. But it explicitly...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correct pattern is allowedTools with explicit grants: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WRONG — permissionMode doesn't cover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Deploy a gateway with RBAC, rate limits, and JSONL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