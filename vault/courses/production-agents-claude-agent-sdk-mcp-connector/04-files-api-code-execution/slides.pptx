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Files API + code execution: the complete agent IO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97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1A1AA"/>
                </a:solidFill>
              </a:rPr>
              <a:t>2026-04-30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facts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Files API beta header is files-api-2025-04-14 — required on every request [1].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Maximum file size: 500 MB per file; total workspace storage: 500 GB per organization [1].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File storage operations (upload, download, list, retrieve, delete) are free; file content is billed as input tokens when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Code execution pricing: 50 free hours per day, then $0.05 per hour; announced at the May 2025 agent capabilities launch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Content block types by file format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Files API supports different file types that map to different content block types in the Messages API. Getting this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For file types not in this table (.docx, .xlsx, .md), the recommended approach is conversion: convert to plain text or 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Uploading files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Install the Anthropic SDK (not the Agent SDK):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pip install anthropic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Upload a PDF and an image: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from anthropic import Anthropic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Referencing files in Messages calls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Once uploaded, reference the file_id using the appropriate content block type. You don't need the file's bytes — just 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# Three queries against the same PDF — only one upload needed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"What were the total revenues in Q1?",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"List the top 3 risk factors mentioned in this report.",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billing reality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"upload once" pitch is accurate for bandwidth. Here's the complete billing picture: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Free operations: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POST /v1/files (upload)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GET /v1/files (list)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Code execution with the Files API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code execution tool gives Claude a sandboxed Python environment. You can pass files to it via container_upload block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# Upload a dataset for code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with open("sales_data.csv", "rb") as f: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dataset = client.beta.files.upload(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Try it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1A1AA"/>
                </a:solidFill>
              </a:rPr>
              <a:t>Practice the hands-on exercise in this chapter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63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