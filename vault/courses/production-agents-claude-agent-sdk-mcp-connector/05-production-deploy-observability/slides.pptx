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Production: deploy + observability + cost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Agent SDK supports seven hook event types: PreToolUse, PostToolUse, Stop, SessionStart, SessionEnd, UserPromptSubmit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permissionMode: "bypassPermissions" disables ALL safety checks, including file-edit confirmations and destructive Bash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Session JSONL files are written to ~/.claude/sessions/ by default and can be redirected with the CLAUDE_SESSIONS_DIR 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Setting sources load in order: global (~/.claude/), then project (.claude/), then inline options. Inline options overrid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hook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Hooks are callback functions attached to the agent lifecycle. They run synchronously in your process before or after 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claude_agent_sdk import query, ClaudeAgentOptions, HookMatcher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async def my_hook(input_data: dict, tool_use_id: str, context: dict) -&gt; dict: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Return {} to pass through, or raise to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Hook 1: Audit log (PostToolUse)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Every file modification should be logged with a timestamp, file path, and session ID. This hook runs after every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datetime import datetime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claude_agent_sdk import query, ClaudeAgentOptions, HookMatcher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Configure structured JSON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Hook 2: Cost circuit breaker (Stop)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Stop hook fires when the agent's stop_reason indicates it has finished — or when you want to force an early stop.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class CostCircuitBreaker: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"""Track estimated token cost and abort if threshold is exceeded."""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def __init__(self, max_input_tokens: int = 500_000):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Hook 3: Session initialization (SessionStart)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Use SessionStart to inject session metadata into your observability system as soon as the session opens: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async def session_start(input_data: dict, tool_use_id: str, context: dict) -&gt; dict: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session_id = context.get("session_id", "unknown")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# Emit a structured start event for Langfuse or your logging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Hook 4: Prompt sanitization (UserPromptSubmit)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UserPromptSubmit fires when a user message is submitted to the agent. Use it to strip PII or dangerous patterns before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PHONE_RE = re.compile(r'\b\d{3}[-.]?\d{3}[-.]?\d{4}\b')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SSN_RE = re.compile(r'\b\d{3}-\d{2}-\d{4}\b')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async def sanitize_prompt(input_data: dict, tool_use_id: str, context: dict) -&gt; dict: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Practice the hands-on exercise in this chapter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