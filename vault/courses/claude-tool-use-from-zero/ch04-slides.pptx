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Handling Advanced Data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Prerequisites check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 need the Chapter 3 file browser server or an equivalent local MCP server. You should be able to start it and connect a host. You should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resource design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Imagine a support assistant that needs the refund policy in English and German. You could expose a tool: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get_refund_policy(locale)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That works, but it tells the model "call an action." If the policy is stable context, a resource URI is clearer: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company-config://policies/refund/en-US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Resource URI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Good resource URIs are: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Stable: the same policy has the same URI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Meaningful: a human can infer what the resource represents.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Scoped: the URI includes tenant, project, locale, or environment when needed.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Localized configuration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Create a config/ directory inside the demo project: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refund.en-US.json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refund.de-DE.json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Each file should contain structured policy data: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Handling binary and large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Resources can represent more than text, but large or binary data needs care. If a PDF contract is 80 pages, blindly injecting it into the 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Expose metadata first: title, type, page count, owner, updated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Expose section resources: contract://123/section/payment-terms.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Expose summaries with provenance: include page numbers or section IDs.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