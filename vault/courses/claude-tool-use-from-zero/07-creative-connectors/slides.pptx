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How to use Claude’s creative connectors for Blender and Adobe for creativity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97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1A1AA"/>
                </a:solidFill>
              </a:rPr>
              <a:t>2026-04-30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facts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Nine initial connectors: The launch includes Blender, Adobe for creativity, Ableton Live, Affinity by Canva, Autodesk Fu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Live scene execution: Unlike static file parsing, connectors like Blender allow Claude to execute code (via bpy) against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Local-first architecture: The connectors run as local MCP servers, meaning your creative assets stay on your machine whi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Free and Paid Tiers: While many features (like Adobe Express) are available on free plans, advanced API access for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Why Anthropic chose creative apps first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Most AI providers chase enterprise CRM and ERP integrations. Anthropic’s pivot to creative tools is non-obvious but bril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High Syntax Barrier: Writing bpy (Blender Python) or ExtendScript (Adobe) is notoriously difficult for humans but easy 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Low Risk, High Visibility: A bug in a generative 3D script is a creative glitch; a bug in a Salesforce integration is a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Synthesizing the Pipeline: Creative work is rarely done in one app. By winning the "bridge" between Blender and Photosho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Walkthrough: Controlling Blender via MCP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Blender connector is the most technically transparent of Anthropic's nine creative integrations. Unlike connectors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How the connection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Before touching any code, it helps to have a mental model of the data flow.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You (natural language)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Walkthrough: Multi-tool pipelines with Adobe for creativity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Adobe for creativity is the broadest integration in Anthropic's creative connector lineup: a broad collection of tools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What requires a paid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Multi-tool flow: locate → edit → export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Each step here is a separate tool call; Claude sequences them automatically based on context.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Exploring the other creative connectors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While Blender and Adobe for creativity are the flagship integrations, Anthropic launched a total of nine connectors targ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Ableton Live: Automating the manual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Ableton connector focuses on documentation and session management. It allows Claude to read session metadata (track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Pattern: Read session → Analyze MIDI → Generate documentation/labels.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Read the full article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A1A1AA"/>
                </a:solidFill>
              </a:rPr>
              <a:t>academy.kspl.tech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63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1A1AA"/>
                </a:solidFill>
              </a:rPr>
              <a:t>Koenig AI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