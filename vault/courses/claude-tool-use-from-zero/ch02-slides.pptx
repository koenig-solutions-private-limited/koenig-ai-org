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Beyond Function Calling: Understanding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Prerequisites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You should already be able to explain a tool_use block, a tool input schema, and a tool_result. If not, repeat the Chapter 1 hands-on 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MCP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 gives you three practical upgrades: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Discovery: a host can ask a server what it offers instead of hard-coding every function in the host.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Reuse: one MCP server can serve many hosts.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Separation: the connector owner can maintain auth, data access, and domain logic outside the LLM application.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Host, client,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 uses three terms that are easy to blur: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Host: the user-facing AI application, such as Claude Code or another agent UI.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Client: the protocol component inside the host that speaks MCP.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Server: the external process or service that exposes capabilities.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Tools, resources, and prompts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Tools are callable actions. Use tools for operations like search_invoices, create_support_ticket, or lookup_stock_price.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Resources are context objects the model can read. Use resources for project files, policy documents, account summaries, or configuration rec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Prompts are reusable prompt templates exposed by the server. Use prompts when a connector knows the right instruction pattern for a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model="claude-sonnet-4-6"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this matters for connector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Bad MCP servers expose raw platform primitives: http_request, sql_query, run_command. Good MCP servers expose business capabilities: get_cus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connector designer's job is not to mirror every endpoint. It is to decide which operations are safe, useful, observable, and understanda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Deploy a gateway with RBAC, rate limits, and JSONL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