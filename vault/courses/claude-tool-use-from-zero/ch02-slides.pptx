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Beyond Function Calling: Understanding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MCP architecture: host, client, server, transport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MCP defines four protocol roles. Map them before connecting any server.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Host: the AI application that initiates model calls, e.g., Claude Code or your agent.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Client: the in-process MCP component that speaks the protocol on the host's behalf.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Server + transport: external process over stdio (local spawn) or HTTP/SSE (remote).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Tools vs resources vs prompts, using accounts-receivable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Three primitives define what a server can offer. Pick the right type for each capability.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Tools: callable actions with side-effects — post_payment, flag_overdue_invoice.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Resources: context objects the model reads — ar_policy.pdf, customer_balance_sheet.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Prompts: reusable templates — payment_reminder_draft, dispute_summary_template.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Anti-patterns: raw executors, hidden writes, everything-as-tool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Three design failures make MCP servers unsafe, unpredictable, or hard to audit.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Raw executors: exposing http_request, sql_query, or run_command hands a weapon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Hidden writes: tools that silently mutate state without declaring the side-effect in their schema.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Everything-as-tool: forcing resources and prompts into tool shape loses their semantic contract.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Claude Code configuration: stdio vs HTTP, scope, secrets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Claude Code reads MCP config from two scopes: global (~/.claude/) and project (.mcp.json).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stdio transport: Claude Code spawns the server as a child process — use for local servers.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HTTP/SSE transport: server runs independently at a URL — use for remote or shared servers.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Secrets: pass credentials as env vars in the config block; never hardcode in the server URL.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Hands-on workflow: connect, inspect, classify, critique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Four steps to evaluate any MCP server before wiring it into a production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Connect: add the server entry to .mcp.json, restart Claude Code, confirm green status.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Inspect: run list tools, list resources, list prompts — record every capability name.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Classify + critique: label each capability by type; flag raw-executor or hidden-write anti-patterns.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You can now map any MCP server's tools, resources, and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500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A1A1AA"/>
                </a:solidFill>
              </a:rPr>
              <a:t>You know why raw-executor anti-patterns break connector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000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A1A1AA"/>
                </a:solidFill>
              </a:rPr>
              <a:t>Try it: deploy a gateway with RBAC, rate limits, and JSONL auditing → Chapter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