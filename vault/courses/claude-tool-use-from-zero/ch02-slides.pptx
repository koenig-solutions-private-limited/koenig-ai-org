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Beyond Function Calling: Understanding MCP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Chapter 2 · Claude Tool Use From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MCP architecture: host, client, server, transport.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MCP architecture is easiest to understand as a responsibility split: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Code's MCP documentation shows three broad connection options: remote HTTP servers, remote SSE servers, and local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a beginner, this gives you a clear decision tree: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Use local stdio when the server is a local script or needs direct local machine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Tools vs resources vs prompts, using accounts-receivable examples.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MCP has several protocol concepts, but this course starts with the three primitives you will use constantly: tools, reso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Tools are callable actions. The MCP tools specification describes tools as functions exposed by a server that can be inv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Resources are readable context. The MCP resources specification describes resources as data exposed by servers that clie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Prompts are reusable prompt templates. The MCP prompts specification describes prompts as server-provided templates that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Anti-patterns: raw executors, hidden writes, everything-as-tool.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first anti-pattern is the raw executor tool: run_shell, query_sql, http_request, or eval_code. These are attractive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second anti-pattern is hiding writes behind harmless names. A tool named sync_customer might update a CRM, email an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third anti-pattern is modeling everything as a tool. Policies, schemas, runbooks, and reference docs should usually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fourth anti-pattern is modeling a workflow prompt as application code only. If the connector's domain expertise incl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Claude Code configuration: stdio vs HTTP, scope, secrets.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Now connect the architecture to the command 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Code can add a local stdio server with a command shaped like this: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claude mcp add --transport stdio --env FINANCE_API_KEY=demo finance-demo -- node ./server.js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Read it from left to right: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Hands-on workflow: connect, inspect, classify, critique.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Your goal is to connect Claude Code to one existing MCP server in a sandbox environment and inspect what it advertises.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Use any safe server you already trust, or create a temporary demo server from official SDK examples. The TypeScript SDK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Step 1: choose the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Pick one of these: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Try it next: Chapter 3 turns this architecture into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