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Creative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Nine initial connectors: The launch includes Blender, Adobe for creativity, Ableton Live, Affinity by Canva, Autodesk Fusion, SketchUp, 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Live scene execution: Unlike static file parsing, connectors like Blender allow Claude to execute code (via bpy) against the live scene stat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Local-first architecture: The connectors run as local MCP servers, meaning your creative assets stay on your machine while Claude only sends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Free and Paid Tiers: While many features (like Adobe Express) are available on free plans, advanced API access for tools like Photoshop typi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Anthropic chose creative apps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AI providers chase enterprise CRM and ERP integrations. Anthropic’s pivot to creative tools is non-obvious but brilliant for three 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High Syntax Barrier: Writing bpy (Blender Python) or ExtendScript (Adobe) is notoriously difficult for humans but easy for LLMs. This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Low Risk, High Visibility: A bug in a generative 3D script is a creative glitch; a bug in a Salesforce integration is a business catastrophe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Synthesizing the Pipeline: Creative work is rarely done in one app. By winning the "bridge" between Blender and Photoshop, Anthropic positio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Walkthrough: Controlling Blender via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Blender connector is the most technically transparent of Anthropic's nine creative integrations. Unlike connectors that wrap proprietary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How the connection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touching any code, it helps to have a mental model of the data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(natural language)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Walkthrough: Multi-tool pipelines with Adobe for creativity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Adobe for creativity is the broadest integration in Anthropic's creative connector lineup: a broad collection of tools across photo editing,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requires a paid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Multi-tool flow: locate → edit →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Each step here is a separate tool call; Claude sequences them automatically based on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Exploring the other creative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While Blender and Adobe for creativity are the flagship integrations, Anthropic launched a total of nine connectors targeting different crea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Ableton Live: Automating the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Ableton connector focuses on documentation and session management. It allows Claude to read session metadata (track names, clips,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Pattern: Read session → Analyze MIDI → Generate documentation/labels.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