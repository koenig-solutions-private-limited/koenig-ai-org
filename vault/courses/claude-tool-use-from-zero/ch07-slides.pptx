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744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How to use Claude's creative connectors for Blender and Adobe for creativity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11880"/>
            <a:ext cx="10744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A1A1AA"/>
                </a:solidFill>
              </a:rPr>
              <a:t>Chapter 7 · Claude Tool Use from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434340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4D4D8"/>
                </a:solidFill>
              </a:rPr>
              <a:t>Blender execution, Adobe pipelines, connector selection, and resilient fallback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727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Creative Connectors Matter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69848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72768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Anthropic launched nine creative MCP connectors spanning 3D, design, audio, CAD, live visuals, and samples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4016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Creative apps have high syntax barriers, which makes tool-use wins visible quickly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55264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Local MCP servers keep asset operations close to the machine running the professional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6512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Cross-app workflows turn Claude into coordination infrastructure for fragmented creative suites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727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Blender MCP: Live Scene Execution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69848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72768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The Blender connector exposes Blender Python through an MCP tool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4016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Claude sends structured execute_python calls that run inside Blender against live scene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55264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A safe first step is a read-only query that lists scene objects and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6512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Procedural generation becomes repeatable when scripts use stable collections and object names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727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Adobe For Creativity: Locate, Edit, Export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69848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72768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The Adobe connector wraps multiple creative applications under one tool-use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4016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A pipeline can search a Library asset, open it in Photoshop, apply a Smart Filter, and export a JPEG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55264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Smart Objects keep edits non-destructive so filters remain adjustable later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6512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Plan subscriptions matter: Adobe Express can be free, while Photoshop and Library write flows usually need paid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727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Choosing The Right Connector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69848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72768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Use Blender for generative scenes and procedural 3D work driven by Python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4016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Use Adobe or Affinity when the workflow centers on design assets, layers, batches, or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55264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Use Fusion or SketchUp when precision geometry and CAD constraints are the core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6512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Use Ableton, Splice, or Resolume when the asset is audio, samples, or live visual performance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727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Build Resilience Into Creative Pipelines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698480" cy="32004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72768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Claude is a strong first-choice model, but single-provider dependency can halt production during outages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14016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Keep MCP tool definitions provider-agnostic so fallback models can call the same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55264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Implement fallback explicitly in your gateway or application loop instead of assuming the SDK handles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6512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Treat uptime, naming conventions, and auditability as part of the creative tool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727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2148840"/>
            <a:ext cx="9555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Connect a creative tool in Claude and start with a read-only scene or asset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2898648"/>
            <a:ext cx="9555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Automate one repeatable production step before attempting a full multi-app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3648456"/>
            <a:ext cx="9555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Name outputs consistently so later tool calls can target objects, layers, and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398264"/>
            <a:ext cx="9555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• Add a fallback model path so a Claude outage does not stop the whole creative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A1A1AA"/>
                </a:solidFill>
              </a:rPr>
              <a:t>Read the full chapter · academy.kspl.tech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7278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