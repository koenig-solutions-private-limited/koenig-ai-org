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07 Creative Connectors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Install and verify the Blender MCP connector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Execute Python inside a live Blender session via Claude tool-use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Coordinate multi-tool Adobe for creativity pipelines (Library search → Photoshop edit → Export)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Design resilient tool-use systems with provider-agnostic fallbacks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Nine initial connectors: The launch includes Blender, Adobe for creativity, Ableton Live, Affinity by Canva, Autodesk Fu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Live scene execution: Unlike static file parsing, connectors like Blender allow Claude to execute code (via bpy) against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Local-first architecture: The connectors run as local MCP servers, meaning your creative assets stay on your machine whi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Free and Paid Tiers: While many features (like Adobe Express) are available on free plans, advanced API access for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Why Anthropic chose creative apps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Most AI providers chase enterprise CRM and ERP integrations. Anthropic’s pivot to creative tools is non-obvious but bril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High Syntax Barrier: Writing bpy (Blender Python) or ExtendScript (Adobe) is notoriously difficult for humans but easy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Low Risk, High Visibility: A bug in a generative 3D script is a creative glitch; a bug in a Salesforce integration is 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Synthesizing the Pipeline: Creative work is rarely done in one app. By winning the "bridge" between Blender and Photosho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Walkthrough: Controlling Blender via MCP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Blender connector is the most technically transparent of Anthropic's nine creative integrations. Unlike connectors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How the connection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Before touching any code, it helps to have a mental model of the data 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MCP server runs locally alongside Blender. Claude never touches your filesystem directly — it sends a tool_call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Walkthrough: Multi-tool pipelines with Adobe for creativity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Adobe for creativity is the broadest integration in Anthropic's creative connector lineup: a broad collection of tools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What requires a paid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Multi-tool flow: locate → edit → export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Each step here is a separate tool call; Claude sequences them automatically based on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Exploring the other creative connectors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While Blender and Adobe for creativity are the flagship integrations, Anthropic launched a total of nine connectors targ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Ableton Live: Automating the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Ableton connector focuses on documentation and session management. It allows Claude to read session metadata (track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Pattern: Read session → Analyze MIDI → Generate documentation/labels.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Sidebar: Design for resilience from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Building for resilience requires understanding the courses/picking-a-frontier-model-2026-q2/01-dimensions-that-matter 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Two incidents in the same week. On April 30 (UTC), 2026, Claude.ai experienced a full availability outage [source]. The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Lesson: Claude is an excellent first-choice model, but no single provider has 100% uptime. If your tool-use pipeline dep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failover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Goal: Build a product-launch kit using the Adobe for creativity connector.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Find the three most recently added assets in your Adobe for creativity Libraries.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each image, export a half-size JPEG at 75%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Save all exports to a new library named "Launch Kit — [today's date]".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Ship your creative pipeline: Identify, connect, and automate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creative connectors represent more than just new features; they are a blueprint for agentic tool-use.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Instead of just observing your scene state, use Claude to actively generate, animate, and export assets. By using consis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By mastering these nine connectors, you move from simple prompt engineering to architecting a fully automated, cross-pla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2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