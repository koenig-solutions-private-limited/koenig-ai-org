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Introduction to Claude's Tool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Prerequisites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Before you start, verify that you can do three things: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Read and write a small Python or TypeScript script.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Store an API key in an environment variable rather than hard-coding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Understand JSON objects, required fields, and string/number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mental model: model chooses, host executes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 tool-use exchange has four parts: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 send Claude a user request plus a list of available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Claude returns either normal text or a tool_use block.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Your host validates the tool name and input, executes local code, and returns a tool_result.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 first implementation shape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exact SDK syntax can change, but the control flow is stable: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"name": "get_stock_price",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"description": "Return the latest known price for a ticker symbol from the demo portfolio feed.",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"input_schema":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input schemas are not optional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Without a schema, every tool call becomes a guess. The model may send stock, symbol, ticker_symbol, or company_name. Your application then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Schemas protect both sides: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Claude gets a compact contract for which fields to fill.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Your host can reject malformed input before touching external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Common first failures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first failure is over-broad tools. A tool named run_python or query_database is easy to demo and dangerous to operate. It gives the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second failure is hidden side effects. A tool named sync_customer might read from Salesforce, update Stripe, and email an account manage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third failure is treating model output as trusted JSON. Even when using tool schemas, validate inputs in your own runtime. Consistency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question: "In Claude tool use, who executes the tool code?",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Deploy a gateway with RBAC, rate limits, and JSONL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