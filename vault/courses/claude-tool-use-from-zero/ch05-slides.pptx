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Observability and Logging in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should have a working local MCP server with at least one tool from Chapter 3 and one resource from Chapter 4. If you only have a tool,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Operational logs vs audit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 two categories: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Operational logs help engineers debug reliability: latency, exception class, retry count, dependency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Audit events help reviewers reconstruct sensitive actions: actor, tool name, target object, authorization result, timestamp.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They can go to the same logging pipeline, but they should be distinguishable. A timeout reading config/refund.en-US.json is operational. A 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minimum useful log event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tool call should emit: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event: stable event name, such as mcp.tool.completed.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tool_name: the MCP tool called.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request_id: correlation ID from the host or generated server-side.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Add a wrapper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Wrap tool handlers instead of copying logging code into every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function withToolLogging(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toolName: string,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handler: () =&gt;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Read-only file listing may not need a durable audit record in a toy project. A legal document redaction tool does. A payroll approval tool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Audit records should focus on business meaning: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"event": "audit.connector.action_requested",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"actor": "user_123",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