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SMB and Growth Connectors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Prerequisites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 should have completed Chapters 1-8. In particular, you need: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Native Claude tool-use flow from Chapter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tools/resources/prompts from Chapters 2-4.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Structured logs from Chapter 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SMB workflow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An SMB connector rarely talks to one system. A real workflow may touch: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Finance ledger: invoices, payments, payouts, fees.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Payment processor: settlements, disputes, transaction IDs.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CRM: customer owner, deal stage, account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Split reconciliation from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Payroll Assistant should not combine "find mismatches" and "email customers" into one call. Use stages: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Collect ledger entries for the period.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Collect payment settlements for the same period.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Match by amount, date window, payer, and 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Approval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Use an explicit awaiting_approval state for sensitive actions. Do not hide it in prose.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"status": "awaiting_approval",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"workflow": "payroll_reminders",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"run_id": "payroll_2026_05_14",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CRM coordination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CRM updates are also write actions. A safe connector can draft proposed updates: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"Move deal to Payment follow-up."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"Add note: settlement missing for invoice INV-123."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"Assign owner Alex because account owner is Alex."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Deploy a gateway with RBAC, rate limits, and JSONL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