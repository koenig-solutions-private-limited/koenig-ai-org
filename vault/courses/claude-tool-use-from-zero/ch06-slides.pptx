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Security and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  Distinguish authentication from authorization in MCP connectors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  Apply least privilege at both credential level and individual tool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  Add an authorization wrapper to enforce per-tool permissions 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  Design a human approval gate for high-risk actions (payments, emails, deletions)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need the structured logs from Chapter 5. If a tool call is not logged, you cannot audit security behavior...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Authentication vs authorization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Authentication answers "who is calling?" Authorization answers "may this caller do this action to this...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Authentication: request includes a bearer token that maps to user_123.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Authorization: user_123 may read demo project files but may not list production secrets.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Authentication: the MCP server receives FINANCE_API_KEY as an environment variable.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Least privilege for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Least privilege means the connector receives only the access needed for its declared operations. A file...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makes it easy to expose capabilities. That ease is exactly why you must design them narrowly.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Avoid "admin token plus prompt rules" as a security model. Prompt rules are instructions; authorization checks...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Authorization wrapper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Put authorization before tool execution and before detailed logging of target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roles: string[];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function requirePermission(actor: Actor, permission: string)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if (!actor.roles.includes(permission))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Human-in-the-loop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Some tools should not execute immediately even when authorized. Approval gates are appropriate when a tool...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safe tool can return a pending action: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"status": "awaiting_approval",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"action": "send_invoice_reminder",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