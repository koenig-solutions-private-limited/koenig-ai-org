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8229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298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300">
                <a:solidFill>
                  <a:srgbClr val="FFFFFF"/>
                </a:solidFill>
              </a:rPr>
              <a:t>Security and Authentication: Hardening Your MCP Connectors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286000"/>
            <a:ext cx="12801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A1A1AA"/>
                </a:solidFill>
              </a:rPr>
              <a:t>Chapter 6 · Claude Tool Use from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28016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Security shifts from the model weights to the connector design.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The goal is making tools safe, not just making tools work.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academy.kspl.tech | Koenig AI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662672"/>
            <a:ext cx="1344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8229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298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000">
                <a:solidFill>
                  <a:srgbClr val="FFFFFF"/>
                </a:solidFill>
              </a:rPr>
              <a:t>Why Security Is the MCP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28016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MCP flexibility can become liability when a tool has excessive permissions.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A broad read-file tool can leak credentials through indirect prompt injection.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API keys are not enough; connectors need contextual authorization.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Agents should only reach the tools and data required for the current task.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662672"/>
            <a:ext cx="1344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8229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298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000">
                <a:solidFill>
                  <a:srgbClr val="FFFFFF"/>
                </a:solidFill>
              </a:rPr>
              <a:t>Apply Least Privilege to Tool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28016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Replace generic tools such as sql_query with task-specific operations.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Validate every model-supplied argument with strict JSON Schema.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Sanitize inputs before calling downstream systems.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Run MCP servers in restricted, ephemeral environments with narrow network access.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662672"/>
            <a:ext cx="1344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8229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298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000">
                <a:solidFill>
                  <a:srgbClr val="FFFFFF"/>
                </a:solidFill>
              </a:rPr>
              <a:t>Use Governance for High-Risk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28016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Frontier cyber models make tiered access a practical security requirement.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Defender verification limits powerful capabilities to vetted organizations.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Trusted environments can lower refusals only inside verified defensive boundaries.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High-risk tool calls need tamper-evident audit trails for human and regulator review.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662672"/>
            <a:ext cx="1344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8229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298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000">
                <a:solidFill>
                  <a:srgbClr val="FFFFFF"/>
                </a:solidFill>
              </a:rPr>
              <a:t>Secure Remote MCP Transports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28016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Local stdio servers inherit the host application permission model.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Remote HTTP or SSE servers require explicit authentication and transport controls.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Bearer tokens, secret managers, and OIDC are safer than hardcoded credentials.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Treat every remote tool call as an authenticated, attributable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662672"/>
            <a:ext cx="1344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8229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298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000">
                <a:solidFill>
                  <a:srgbClr val="FFFFFF"/>
                </a:solidFill>
              </a:rPr>
              <a:t>Build a Vetted Audit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28016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Scope the file-system server to a specific /data/sandbox directory.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Log timestamp, tool name, scrubbed input arguments, and outcome for every call.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Record both successful operations and rejected out-of-scope access attempts.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Automate real-time audit verification instead of relying on weekly manual review.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662672"/>
            <a:ext cx="1344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822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29844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000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28016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Take your Chapter 3 file-system MCP server and add a governance layer.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Confirm one allowed file access and one denied out-of-scope access.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Inspect audit.log for timestamp, tool name, scrubbed arguments, and outcome.</a:t>
            </a:r>
          </a:p>
          <a:p>
            <a:pPr>
              <a:spcAft>
                <a:spcPts val="1500"/>
              </a:spcAft>
              <a:defRPr sz="2500">
                <a:solidFill>
                  <a:srgbClr val="FFFFFF"/>
                </a:solidFill>
              </a:defRPr>
            </a:pPr>
            <a:r>
              <a:t>In Chapter 7: manage creative context without compromising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662672"/>
            <a:ext cx="1344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