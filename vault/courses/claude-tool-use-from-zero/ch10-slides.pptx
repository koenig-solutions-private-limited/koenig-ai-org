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Claude Code Dynamic Workflows: Fan-Out, Checkpoint, and Verify (2026)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Prerequisites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Before continuing, confirm that you: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Can run a basic Claude tool-use script from Chapter 1 without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Understand the MCP protocol from Chapters 2 and 3 — sub-agents often expose tools via MCP.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Have working structured logging from Chapter 5, because orchestrator-level debugging without logs is impractical.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Static chains vs. dynamic 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tool-use pattern you learned in Chapters 1 through 9 is a static chain: one Claude instance, one conversation thread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User prompt → Claude decides → Tool A → Claude decides → Tool B → Final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 static chain is correct for most tasks. Claude reads the last tool result before calling the next tool, so it can adap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Dynamic workflows break that constraint. The orchestrator Claude instance does not call tools sequentially from inside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orchestrator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orchestrator is a Claude Code instance configured to produce and run multi-agent scripts rather than to answer a 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orchestrator is responsible for four things: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Decomposing the task into parallel units of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Spawning sub-agents with scoped context (not the full conversation history).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Fan-out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There are two structurally different fan-out shapes.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Homogeneous fan-out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All sub-agents receive the same task structure applied to different inputs. Example: analyze 50 code files for security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import subprocess, json, pathlib, concurrent.futures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Token budget math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Dynamic workflows multiply token spend. Every sub-agent is a full Claude invocation. A homogeneous fan-out of 50 sub-age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Rule of thumb for estimating cost before you build: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Total tokens ≈ (n_subagents × avg_context_per_agent) + orchestrator_tokens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a code analysis run with 50 agents, each receiving a 2,000-token file plus a 500-token prompt: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