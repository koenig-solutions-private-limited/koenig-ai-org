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Building Your First MCP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the server will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>  The server exposes one tool-use capability: list_project_files</a:t>
            </a:r>
          </a:p>
          <a:p>
            <a:r>
              <a:rPr sz="1700" b="0">
                <a:solidFill>
                  <a:srgbClr val="FFFFFF"/>
                </a:solidFill>
              </a:rPr>
              <a:t>  Lists files under a pre-approved root directory — arbitrary paths are blocked at the schema level</a:t>
            </a:r>
          </a:p>
          <a:p>
            <a:r>
              <a:rPr sz="1700" b="0">
                <a:solidFill>
                  <a:srgbClr val="FFFFFF"/>
                </a:solidFill>
              </a:rPr>
              <a:t>  Enforces path sanitisation in server code — ../ traversal is rejected before filesystem access</a:t>
            </a:r>
          </a:p>
          <a:p>
            <a:r>
              <a:rPr sz="1700" b="0">
                <a:solidFill>
                  <a:srgbClr val="FFFFFF"/>
                </a:solidFill>
              </a:rPr>
              <a:t>  Returns a JSON array of file names and types, not file contents</a:t>
            </a:r>
          </a:p>
          <a:p>
            <a:r>
              <a:rPr sz="1700" b="0">
                <a:solidFill>
                  <a:srgbClr val="FFFFFF"/>
                </a:solidFill>
              </a:rPr>
              <a:t>  Communicates over stdio transport, connecting to Claude Code as a local MCP server</a:t>
            </a:r>
          </a:p>
          <a:p>
            <a:r>
              <a:rPr sz="1700" b="0">
                <a:solidFill>
                  <a:srgbClr val="FFFFFF"/>
                </a:solidFill>
              </a:rPr>
              <a:t>  Root directories are fixed via a root_label enum — the model cannot request arbitrary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Controlled errors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For this chapter, use three predictable errors: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Unknown root label.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Path escapes approved root.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Path does not exist or is not readable.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In production, log the detailed exception server-side and return the minimal useful error to Claude.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Hands-on exercise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Create a local MCP server named course-file-browser with one list_project_files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Success criteria: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The server starts over stdio.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The tool lists files under one approved demo directory.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../ traversal is rejected.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>  Chapter 4: expand the server from callable tools to MCP resources</a:t>
            </a:r>
          </a:p>
          <a:p>
            <a:r>
              <a:rPr sz="1700" b="0">
                <a:solidFill>
                  <a:srgbClr val="FFFFFF"/>
                </a:solidFill>
              </a:rPr>
              <a:t>  Return binary content and stream data from tool responses</a:t>
            </a:r>
          </a:p>
          <a:p>
            <a:r>
              <a:rPr sz="1700" b="0">
                <a:solidFill>
                  <a:srgbClr val="FFFFFF"/>
                </a:solidFill>
              </a:rPr>
              <a:t>  Build multi-tool MCP servers that share validated state</a:t>
            </a:r>
          </a:p>
          <a:p>
            <a:r>
              <a:rPr sz="1700" b="0">
                <a:solidFill>
                  <a:srgbClr val="FFFFFF"/>
                </a:solidFill>
              </a:rPr>
              <a:t>  Connect resource reads to tool actions in a single server</a:t>
            </a:r>
          </a:p>
          <a:p>
            <a:r>
              <a:rPr sz="1700" b="0">
                <a:solidFill>
                  <a:srgbClr val="FFFFFF"/>
                </a:solidFill>
              </a:rPr>
              <a:t>  Advanced Zod schemas: optional fields, unions, and nested objects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Try it next · Continue to Chapter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