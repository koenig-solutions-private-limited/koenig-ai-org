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</a:rPr>
              <a:t>Building Your First MCP Server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What the server will do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The server exposes one tool-use capability: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Controlled errors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  For this chapter, use three predictable errors: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6888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  Unknown root label.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33756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  Path escapes approved root.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20624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  Path does not exist or is not readable.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07492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  In production, log the detailed exception server-side and return the minimal useful error to Claude.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Hands-on exercise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  Create a local MCP server named course-file-browser with one list_project_files tool.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6888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  Success criteria: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33756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  The server starts over stdio.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20624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  The tool lists files under one approved demo directory.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07492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  ../ traversal is rejected.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What's next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[^2]: Model Context Protocol documentation, https://modelcontextprotocol.io/ (retrieved 2026-06-12)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[^5]: Zod, "Basic usage", https://zod.dev/?id=basic-usage (retrieved 2026-06-12)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[^6]: Node.js, "fs.readdir()", https://nodejs.org/api/fs.html#fsreaddirpath-options-callback (retrieved 2026-06-12)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</a:rPr>
              <a:t>Read the full article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A1A1AA"/>
                </a:solidFill>
              </a:rPr>
              <a:t>academy.kspl.tech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A1A1AA"/>
                </a:solidFill>
              </a:rPr>
              <a:t>Koenig AI Academy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