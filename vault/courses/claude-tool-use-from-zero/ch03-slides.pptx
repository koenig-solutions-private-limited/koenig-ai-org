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Building Your First 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Prerequisites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should have completed the MCP classification exercise from Chapter 2. You should also be comfortable running a Node.js script locally.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server will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server exposes one tool: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list_project_files(root_label, relative_path)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It lists files under a pre-approved project root. The user can ask Claude to inspect project structure, but the server will not allow arbitr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the key production lesson: the model should not decide the security boundary. The server decides the boundary, then offers Claude 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Minimal server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 MCP server has identity, registered capabilities, and a transport. The SDK README shows a minimal server that registers a greet tool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{ McpServer } from "@modelcontextprotocol/server";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{ StdioServerTransport } from "@modelcontextprotocol/server/stdio";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* as z from "zod/v4";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this is safer than `read_file(path)`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raw read_file(path) tool looks convenient. It is also an invitation to leak secrets. The model might request .env, SSH keys, browser profi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Never rely on "Claude will know not to ask for secrets." A connector must enforce policy in code. The model can be helpful, but the server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Controlled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Errors are part of the user experience. A stack trace is useful to an attacker and confusing to a learner. A controlled error says what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this chapter, use three predictable errors: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Unknown root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Path escapes approved root.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