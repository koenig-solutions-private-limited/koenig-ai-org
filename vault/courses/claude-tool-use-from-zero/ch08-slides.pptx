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Legal and Regulatory Connectors in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Regulatory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piping legal data through an LLM via MCP, you are bound by strict requirements that supersede standard tool-use pat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Confidentiality: PII must be redacted before it leaves your local secure environment [Ironclad Support, 2026].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Audit Trails: Every tool call must be logged in a read-only, tamper-proof audit log.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Data Residency: Legal documents often cannot cross borders; your MCP server infrastructure must be deployed within the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Designing Compliance-First Tool Definitions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Tools handling legal documents must be explicit about their data bounds. A "redact" tool should behave deterministically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RunPromptCell: Compliance-first Tool Definition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MCP Tool: Redact PII from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Note: Deterministic, local execution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Implementation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We will walk through building an MCP connector that interfaces with a mock Legal Practice Management (LPM) system to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RunPromptCell: Secure Redaction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Configure structured logging for the audit trail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logging.basicConfig(level=logging.INFO, format='%(asctime)s - %(levelname)s - %(message)s')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Build a document redaction tool: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Define a tool that takes a document path and a list of PII types (e.g., SSN, name).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Implement a mock redaction service that redacts PII using regex.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Verify the redaction by inspecting the file output before and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In the next module, we will apply these patterns to capstone projects, enabling you to build fully-featured, production-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