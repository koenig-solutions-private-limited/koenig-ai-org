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Legal and Regulatory Connectors in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Legal Connectors Matter: The Stakes of "Data Bound"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Legal work runs on a highly specialized technology stack: contract lifecycle management (CLM) systems, e-discovery platforms, document manag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changes this paradigm. By defining tools that act as "pipes" to existing systems, Claude can query these systems in real-time without 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Principle of Deterministic Tooling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In legal contexts, tools must behave deterministically. If a lawyer asks Claude to "Redact this document," they aren't looking for a "best 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May 2026 Connector Inventory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expansion of the MCP ecosystem in May 2026 targeted virtually every segment of the legal market. Understanding this inventory is crucial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1. Contract Lifecycle and Drafting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These connectors manage the lifecycle of an agreement, from initial drafting and negotiation to signature and post-execution auditing.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Definely gives Claude deterministic access to contract structure: definitions, cross-references, dependency maps, and structural diffs [3].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Practice-Area Plugins: Intelligence vs. Infrastructure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There is a critical distinction in the Anthropic ecosystem between an MCP Connector and a Practice-Area Plugin: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Connector: The technical bridge to a specific platform, data source, or external capability, such as iManage, Everlaw, Ironclad, TopCounsel,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Plugin: The domain-specific workflow package: prompts, slash commands, skills, guardrails, and what Anthropic calls "Setup Interviews" [3][4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"Setup Interview"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Designing Compliance-First Tool Definitions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When you are tasked with building a custom MCP connector for a legal team, your tool definitions must prioritize data boundary enforcement.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Implementation: The Redaction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 core requirement in legal workflows is to ensure PII (Personally Identifiable Information) never leaves the local environment. A redaction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model="claude-sonnet-4-6"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Implementation Walkthrough: E-Discovery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E-discovery is the process by which parties in a legal case must provide relevant documents to each other. It often involves searching acros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model="claude-sonnet-4-6"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system="You are an expert MCP server designer."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prompt="Design a hypothetical teaching schema for an e-discovery search tool called search_discovery_vault. It should take a matter_id and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Deploy a gateway with RBAC, rate limits, and JSONL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