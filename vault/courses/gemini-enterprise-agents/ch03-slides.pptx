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Multi-Agent Orchestration with Vertex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the difference between deterministic and generative orchestration patterns in GEAP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Wire a supervisor agent that delegates to two specialist sub-agents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Use Agent Registry to discover and call a registered agent by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Read an Agent Observability trace to debug a failed agent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 supports two orchestration patterns: deterministic (you define routing logic in code) and generative (the orchestra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Sub-agents are ADK Agent instances — same class, different instruction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transfer_to_agent(agent_name) is the built-in ADK mechanism for generative handoff; the orchestrator calls it as a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Agent Registry is a GCP-managed catalogue; agents discover sub-agents by name via the Registry API, not by Python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Two orchestration patterns, one choice to make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Before writing code, you need to decide which pattern fits your use case. The choice has downstream consequences for deb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Deterministic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write the routing logic. Sub-agent A always runs first, then sub-agent B gets A's output. Or: A and B run in paralle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ADK provides SequentialAgent and ParallelAgent for this: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Building the sub-agent: Retriever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research_pipeline/retriever.py: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Building the orchestrator: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Planner does two things: it decomposes a complex question into sub-questions, and it hands each sub-question to the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research_pipeline/planner.py: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transfer_to_agent is a built-in ADK tool. When the Planner calls it with agent_name="retriever" and a message, ADK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Why sub_agents matters: Declaring sub_agents=["retriever"] tells ADK which agents this orchestrator is allowed to delega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3: Wire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research_pipeline/agent.py: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model="gemini-pro-latest"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tools={["transfer_to_agent", "search_knowledge_base"]}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prompt="Tell me about Gemini Enterprise Agent Platform: when it launched, how to install it, and what Memory Bank does."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4: Register agents in Agent Registry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local development, agent resolution is handled in-process. In production on Vertex, you register agents in Agent Regi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Register the retriever via ADK CLI (requires a deployed Agent Runtime):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After registration, any other agent in the same project can call transfer_to_agent("retriever", ...) and ADK resolves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Registry is not import control. Agent Registry controls discovery, not execution security. A rogue agent that knows a 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5: Reading an Observability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When the Planner hands off to the Retriever and the Retriever returns the wrong answer, how do you debug it? The Agent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trace for a multi-agent call looks like this: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Each node in the trace is clickable in the GCP console — you can inspect the exact input and output of every model call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Common failure patterns in traces: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Build the research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Goal: A two-agent system where the Planner decomposes questions and the Retriever answers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the directory structure: research_pipeline/__init__.py, research_pipeline/retriever.py, research_pipeline/planner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Implement the Retriever with search_knowledge_base as shown. Add at least 3 additional knowledge base entries on a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Implement the Planner with transfer_to_agent and the sub_agents=["retriever"] declaration.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have now built a two-agent system on GEAP. Before going deeper into the platform, it is worth asking: is GEAP the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See gemini-enterprise-agent-platform-hands-on-tour/04-comparing-to-claude-agent-sdk-and-cloudflare-agents to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4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