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25880"/>
            <a:ext cx="10561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ptos"/>
              </a:rPr>
              <a:t>Hello World: Agent + 1 Tool + State Persistence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88920"/>
            <a:ext cx="10378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  <a:latin typeface="Aptos"/>
              </a:rPr>
              <a:t>Chapter 02 · Gemini Enterprise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65960" y="370332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4D4D8"/>
                </a:solidFill>
                <a:latin typeface="Aptos"/>
              </a:rPr>
              <a:t>Build a local ADK budget 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420624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4D4D8"/>
                </a:solidFill>
                <a:latin typeface="Aptos"/>
              </a:rPr>
              <a:t>Attach plain Python function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470916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4D4D8"/>
                </a:solidFill>
                <a:latin typeface="Aptos"/>
              </a:rPr>
              <a:t>Persist conversation state with sessions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  <a:latin typeface="Aptos"/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35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you will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7335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Install google-adk and run the ADK web UI locally.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57860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Define log_expense and get_expense_summary as plain Python functions.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1129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Attach the functions to an Agent with explicit instructions.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71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44398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Move expense data from process memory into session.state.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  <a:latin typeface="Aptos"/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35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ADK tool wiring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7335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Tools are normal Python functions; ADK infers schema from signature and docstring.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57860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Docstrings shape when the model decides to call a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1129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Return strings or JSON-serialisable values the model can read as tool output.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71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44398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One user message can trigger multiple tool calls and a final summary.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  <a:latin typeface="Aptos"/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35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Agent instruction controls behaviour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7335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Set the model through GEMINI_MODEL instead of hard-coding preview model IDs.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57860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Use the Agent instruction to define persona, tool triggers, and hallucination boundaries.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1129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Tell the agent to log spending before summarising spending.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71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44398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Keep responses short so tool output remains easy to inspect.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  <a:latin typeface="Aptos"/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35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Session state vs Memory Bank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7335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Session state belongs to one conversation and is written explicitly by your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57860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Memory Bank belongs to a user across conversations and stores distilled long-term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1129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Use session.state for the current expense list or an in-progress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71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44398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Use Memory Bank for durable preferences such as preferred currency.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  <a:latin typeface="Aptos"/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35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Production sessions are a config swap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7335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Local development starts with InMemorySessionService.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57860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Production uses VertexAiSessionService with project, location, and agent_engine_id.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1129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Tool functions keep the same Session API in both environments.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71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44398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ADK injects Session when a tool parameter is typed as Session.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  <a:latin typeface="Aptos"/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835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83564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7335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Create budget_tracker/tools.py and budget_tracker/agent.py.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57860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Run adk web budget_tracker/ and log two natural-language expenses.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387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1129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Ask for a summary, then restart and resume the same session 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71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1A1AA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44398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Add clear_expenses(session: Session) and confirm the empty-state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  <a:latin typeface="Aptos"/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