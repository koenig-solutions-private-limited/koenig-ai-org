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Hello World: Agent + 1 Tool + State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480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academy.kspl.tech | Koenig AI Academy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You'll Learn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Install google-adk and run an agent locally in under 10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Define a Python function as a tool and attach it to an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Explain the difference between in-session state and long-term Memory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• Persist a conversation across process restarts using Agent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ADK installs as a single pip package: google-adk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 are plain Python functions — no decorator magic required in most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Session state is scoped to a conversation; glossary/memory-bank is scoped to a user across all conversations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Local development uses InMemorySessionService; production uses VertexAiSessionService with a config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Prerequisites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Before continuing, confirm: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also need a Gemini API key or a GCP project with Vertex AI enabled. The examples below use gemini-flash-latest becau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1: Install ADK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That is the entire install. ADK is a pure-Python library with no system dependencies. Verify: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should see a version string beginning with 1. (the current release is in the 1.3x series). If you see an import erro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Venv is strongly recommended. ADK pulls in google-cloud-aiplatform and several other Google Cloud libraries. Isolating 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2: Define your first tool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In ADK, a tool is a Python function. The function's docstring is the tool description — the model reads it to decide whe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budget_tracker/tools.py: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Three things to notice: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 decorator. There is no @tool magic. ADK infers the tool schema from the function signature and docstring at runtime.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3: Wire the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budget_tracker/agent.py: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instruction field is the system prompt. It does four things here: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Gives explicit rules for when to call each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Tells the model not to hallucinate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4: Run locally with the ADK web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ADK ships with a built-in development server that gives you a browser-based chat interface: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Open http://localhost:8000. You should see a chat interface with your budget_tracker agent. Try: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"I spent $12.50 on lunch"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"I paid $45 for a software subscription"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5: Add session state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Right now, expenses vanish when the process restarts. The _expenses list is in memory. Real agents need state that survi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Let's start with Session state. Modify agent.py: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Now update your tools to read and write session state instead of the module-level list: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Key insight: ADK injects session automatically when a tool function declares a Session parameter. You do not pass it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6: Understanding Session vs Memory Bank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The distinction between these two concepts is the most important architectural choice in this chapter: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Session state is for information that matters during the current conversation: a shopping cart, an in-progress form, the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Memory Bank is for information that should survive across conversations: user preferences, past decisions, relationship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For the budget tracker, the right model is: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Step 7: Switching to production sessions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When you are ready to deploy, swap InMemorySessionService for VertexAiSessionService: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Everything else stays the same. Your tool code, your agent instruction, your tool definitions — unchanged. The Session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model="gemini-flash-latest"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tools={["log_expense", "get_expense_summary"]}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exercise: Build the budget tracker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Goal: A working ADK agent with session state and (simulated) long-term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Create the project structure: budget_tracker/__init__.py, budget_tracker/tools.py, budget_tracker/agent.py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Implement log_expense and get_expense_summary with Session injection as shown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Run adk web budget_tracker/ and test three messages: log two expenses, then ask for a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What's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You now have a single-agent system with state. The next step is coordination: what happens when one agent is not enough?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  See gemini-enterprise-agent-platform-hands-on-tour/03-multi-agent-orchestration-with-vertex to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51460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Complete the hands-on exercise in this chapter.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Then continue to Chapter 3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