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Comparing to Claude Agent SDK + Cloudflare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Course Chapter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Platform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Gemini Enterprise Agent Platform (GEAP)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GEAP is a fully managed, opinionated platform. You deploy agents to Agent Runtime, state lives in Agent Sessions and Memory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What you give up: portability. Moving a GEAP agent to AWS or on-premises means rewriting the state layer, the registry layer,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Claude Agent SDK (Anthropic)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303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The Claude Agent SDK is Anthropic's code-first framework for building agents with Claude models. It is the least opinionated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State management: the deepest divergence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How each platform handles state is the most architecturally significant difference. It determines your data model, your failu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GEAP: managed, layered, opinionated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# GEAP: state is managed by the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# You write to session.state; the platform persists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303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session.state["expenses"] = expenses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Deployment topology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Where your agent runs determines latency, cost, and operational complexity.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Cloudflare wins on global latency and simplicity for real-time use cases. GEAP wins on compliance features and deep GCP ecosy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Model flexibility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A nuance worth naming: GEAP lists 200+ models including Claude, but features like Agent Optimizer and Memory Bank distillatio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The 200-model promise has a catch. GEAP's model diversity is real for inference. But the Govern and Optimize features —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Lock-in surface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This is the most important section for anyone building a production system. Lock-in is not binary — it is a spectrum. The 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GEAP lock-in surface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High. The ADK is Apache 2.0 and portable. But: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Memory Bank: proprietary GCP service, no export API at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303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Agent Registry: your tool and agent catalogue lives in GCP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Decision framework: which platform for which workload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Use this framework when you are choosing a platform for a new agent workload.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Choose GEAP when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You are already on GCP and your data is in BigQuery, Cloud SQL, or GCS. The integration story is compelling — your agents 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You need enterprise governance. Agent Identity, Agent Anomaly Detection, and Security Command Center integration are producti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303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You are building a multi-agent system with 5+ agents. Agent Registry, Agent Gateway, and the Govern pillar were designed for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The hybrid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Nothing in these three platforms is mutually exclusive. The most sophisticated production setups mix them: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GEAP orchestration + Claude sub-agents: Use Agent Registry and Agent Gateway for governance, but route specific high-stakes 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Cloudflare edge + GEAP backend: Real-time WebSocket connection via Cloudflare Agents for &lt;50ms user-facing latency, with heav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Claude SDK + Cloudflare state: Use Claude for reasoning, Cloudflare Durable Objects as a simple, co-located state store, depl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303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The lock-in analysis applies to each layer independently. You can use GEAP's agent governance while keeping your raw data in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Hands-on exercise: Map the budget tracker to three platforms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Goal: Understand what changes and what stays the same when you move an agent across platforms — without writing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Take the budget tracker agent from Chapter 2 (the agent with log_expense, get_expense_summary, and session state). For each 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GEAP (you already built this):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Where does session state live?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303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How would you implement long-term memory of the user's monthly spending patterns?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You have completed the Gemini Enterprise Agent Platform hands-on tour. The logical next step is the capstone: a two-agent inv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If you are evaluating other agent platforms, see also: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[[course/claude-tool-use-from-zero]] for a deep dive on Claude's tool-use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[[course/cloudflare-agents-edge-patterns]] for Durable Objects and edge agent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Selection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Use GEAP when GCP-native governance and multi-agent control-plane features are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871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Use Claude Agent SDK when portability and top-tier reasoning quality outweigh managed platform convenience.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015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Use Cloudflare Agents when global edge latency and real-time WebSocket behavior are critical.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31596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• Price lock-in explicitly: state layer migrations are usually the hidden long-term cost driver.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1A1AA"/>
                </a:solidFill>
              </a:rPr>
              <a:t>Evaluate one live workload with the GEAP vs Claude SDK vs Cloudflare framework.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