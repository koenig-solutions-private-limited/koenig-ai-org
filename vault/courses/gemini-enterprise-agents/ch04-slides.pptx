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Chapter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Comparing to Claude Agent SDK + Cloudflare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Contrast GEAP state management with Claude Agent SDK and Cloudflare Durable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Identify the deployment topology differences across all three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Name three workloads where GEAP wins and three where a lighter alternative is preferable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Apply a vendor-selection framework to a real-world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All three platforms support tool calling, multi-agent patterns, and long-running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State management is the sharpest architectural divergence: managed SQL (GEAP), you-manage-it (Claude SDK), and glossary/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Deployment topology: GCP-regional (GEAP), any infra (Claude SDK), Cloudflare global edge (course/cloudflare-agents-edge-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Vendor lock-in surface: GEAP is highest (glossary/memory-bank, Registry, Gateway), Claude SDK is lowest (just the Anthro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Platform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Gemini Enterprise Agent Platform (GEAP)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GEAP is a fully managed, opinionated platform. You deploy agents to Agent Runtime, state lives in Agent Sessions and Mem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What you give up: portability. Moving a GEAP agent to AWS or on-premises means rewriting the state layer, the registry 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Claude Agent SDK (Anthropic)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State management: the deepest divergence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How each platform handles state is the most architecturally significant difference. It determines your data model, your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GEAP: managed, layered, opinionated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GEAP's state model has two layers: Session state (within-conversation, you write explicitly) and Memory Bank (cross-conv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Tradeoff: You cannot easily inspect or migrate raw state. Memory Profiles are generated by Gemini — if the distillation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Deployment topology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Where your agent runs determines latency, cost, and operational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Cloudflare wins on global latency and simplicity for real-time use cases. GEAP wins on compliance features and deep GCP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Model flexibility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 nuance worth naming: GEAP lists 200+ models including Claude, but features like Agent Optimizer and Memory Bank distil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200-model promise has a catch. GEAP's model diversity is real for inference. But the Govern and Optimize features —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Lock-in surface area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This is the most important section for anyone building a production system. Lock-in is not binary — it is a spectrum. 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GEAP lock-in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High. The ADK is Apache 2.0 and portable. But: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Memory Bank: proprietary GCP service, no export API at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Decision framework: which platform for which workload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Use this framework when you are choosing a platform for a new agent workload.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Choose GEAP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You are already on GCP and your data is in BigQuery, Cloud SQL, or GCS. The integration story is compelling — your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You need enterprise governance. Agent Identity, Agent Anomaly Detection, and Security Command Center integration are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hybrid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Nothing in these three platforms is mutually exclusive. The most sophisticated production setups mix them: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GEAP orchestration + Claude sub-agents: Use Agent Registry and Agent Gateway for governance, but route specific high-sta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Cloudflare edge + GEAP backend: Real-time WebSocket connection via Cloudflare Agents for &lt;50ms user-facing latency,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Claude SDK + Cloudflare state: Use Claude for reasoning, Cloudflare Durable Objects as a simple, co-located state store,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Hands-on exercise: Map the budget tracker to three platforms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Goal: Understand what changes and what stays the same when you move an agent across platforms — without writing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Take the budget tracker agent from Chapter 2 (the agent with log_expense, get_expense_summary, and session state). For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GEAP (you already built this):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Where does session state live?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You have completed the Gemini Enterprise Agent Platform hands-on tour. The logical next step is the capstone: a two-agen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If you are evaluating other agent platforms, see also: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course/claude-tool-use-from-zero for a deep dive on Claude's tool-use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course/cloudflare-agents-edge-patterns for Durable Objects and edge agent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1460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Complete the hands-on exercise in this chapter.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Then continue to Chapter 5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