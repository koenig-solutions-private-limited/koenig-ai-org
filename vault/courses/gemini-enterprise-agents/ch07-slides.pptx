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Scale and Cost: Throughput, Quotas, Autoscaling, and Cost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2026-05-03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Provisioned Throughput is sold in committed units of 100 tokens/second of generation; one unit is roughly $35,000/month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On-demand pricing for Gemini 3.1 Pro: $2.00 per 1M input tokens, $8.00 per 1M output tokens (May 2026) 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Gemini 3.1 Flash is priced at $0.15 per 1M input / $0.60 per 1M output — roughly 13× cheaper than Pro 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Batch prediction discounts the per-token rate by 50% with a 24-hour SLA on completion [3]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unit economics that actually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Three numbers should sit on the wall of every team running agents in production: cost-per-invocation, cost-per-resolved-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 typical mid-complexity GEAP deployment we've measured at Koenig: a three-agent invoice pipeline running 2,000 invoices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Lever 1: Provisioned Throughput vs on-demand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Provisioned Throughput (PT) is a capacity commitment. You pay for a guaranteed N tokens-per-second of generation 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on-demand vs PT decision reduces to four questions: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What is your steady-state qps? If your p50 traffic is 0.5 invocations per second and p95 is 4, on-demand will absorb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How spiky is your traffic? A workload that runs 30 minutes a day and idles otherwise is wrong for PT — you would pay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Lever 2: Regional vs global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Vertex AI exposes two endpoint flavors. The global endpoint (aiplatform.googleapis.com resolved via global-aiplatform.go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regional endpoint (europe-west4-aiplatform.googleapis.com) pins traffic to one region. You give up automatic failove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decision rules: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 subtle trap: if your agent is deployed regionally for residency but you forget to use the matching regional Vertex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Lever 3: Batch prediction for offline workloads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Many agent workloads are nominally synchronous but contain offline-able sub-tasks. Document classification on a daily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google.cloud import aiplatform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batch = aiplatform.BatchPredictionJob.create(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job_display_name="invoice-enrichment-2026-05-03",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