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Production Observability: Traces, Logs, Metrics, and Drift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2026-05-03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GEAP agents auto-export OpenTelemetry traces to Cloud Trace with one config flag — no manual span instrumentation requir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Every agent invocation produces three correlated artifacts: a trace ID, a structured log entry in agent-runtime.googleap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Token usage is exposed as a Cloud Monitoring metric (agentengine.googleapis.com/agent/tokens_consumed) with labels for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Vertex AI Model Monitoring detects drift on agent inputs (prompt distribution shift) and outputs (response quality regre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"observable" means for an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Three kinds of failure dominate agent operations, and each demands a different telemetry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Latency failures are the loudest and easiest to diagnose. A user clicks, waits 18 seconds, gives up. The fix is a trace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Quality failures are the silent killer. The agent returns a fluent, confident response — that is wrong. No 500 error, 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Cost failures are the slow leak. An agent that should cost $0.003 per invocation creeps to $0.04 after a context-window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Wiring OpenTelemetry into GEAP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GEAP's runtime emits OpenTelemetry spans automatically. To turn this on for a deployed agent, set two fields on the depl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google.adk import agent_engines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google.adk.observability import OtelConfig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agent_engines.create(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Reading a trace to diagnose a failure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Cloud Trace renders agent invocations as a tree of spans, each with start time, duration, status, and arbitrary attribut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Here is a real trace from a deliberately-broken invoice pipeline. The orchestrator calls the Extractor, which calls Docu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[trace] invoice-run-7f3a9c (total: 31.4s, status: ERROR)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├─ orchestrator.invoke (31.2s)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Build the four dashboards every production deployment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Cloud Monitoring lets you build dashboards from agent metrics with zero custom code. The four dashboards we recommend 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Dashboard 1 — Latency. Plot p50, p95, p99 of agentengine.googleapis.com/agent/invocation_latency grouped by agent.id. 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Dashboard 2 — Token usage and cost. Plot agent/tokens_consumed summed by model and multiplied by current per-token prici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Dashboard 3 — Tool error rate. Plot the count of spans where status = ERROR grouped by tool_name. A tool with a 2%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