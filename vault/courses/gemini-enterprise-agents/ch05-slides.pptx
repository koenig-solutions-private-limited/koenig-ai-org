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Chapter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Enterprise Security: CISO-Defensible Agent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</a:rPr>
              <a:t>2026-05-03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Configure Agent Identity (SPIFFE-formatted ID) per agent and assign IAM roles directly to the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Set up Agent Gateway as the single traffic enforcement point and apply Model Armor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Implement user-delegated OAuth 2.0 via Agent Identity Auth Manager so agents act on behalf of specific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Apply VPC Service Controls and Customer-Managed Encryption Keys for EU/India data residency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Write a security review checklist that a CISO can approve for a GEAP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Every GEAP agent receives a SPIFFE ID of the form spiffe://.gcp/agent/ issued…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IAM bindings can target the agent's SPIFFE ID directly — no shared service…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Agent Gateway is mandatory for any tool call that crosses a VPC boundary;…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Model Armor — Google's prompt-injection and data-leak inspector — can be…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Why agent security is not API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 CISO who has rubber-stamped a hundred Cloud Run deployments will see a GEAP…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Agent workloads break four assumptions that traditional API hardening relies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An agent's request graph is unbounded at design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 REST endpoint declares its dependencies in the manifest — three downstream…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Control 1: Agent Identity and IAM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first thing to disable in any GEAP deployment is the legacy "default…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Every agent should have its own SPIFFE-formatted Agent Identity, and every IAM…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format is spiffe:///agent/ — this matches the SPIFFE specification for…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Two non-obvious details.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Control 2: Agent Gateway and Model 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Agent Gateway is the single ingress/egress chokepoint for tool traffic.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Every tool call from a deployed agent passes through Gateway, where four…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default policy is permissive — you must opt into the strict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deny_external_internet: true is the line a CISO will look for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1460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Complete the hands-on exercise in this chapter.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Then continue to Chapter 6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