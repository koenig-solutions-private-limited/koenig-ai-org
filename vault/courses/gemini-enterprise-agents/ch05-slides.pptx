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Enterprise Security: CISO-Defensible Agent Deployments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2026-05-03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GEAP agent receives a SPIFFE ID of the form spiffe://.gcp/agent/ issued by Agent Identity at deploy time 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IAM bindings can target the agent's SPIFFE ID directly — no shared service account is required, and no service-account-k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 Gateway is mandatory for any tool call that crosses a VPC boundary; bypass attempts surface as a policy_violation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 Armor — Google's prompt-injection and data-leak inspector — can be enabled in BLOCK or OBSERVE mode per Gateway 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agent security is not API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 CISO who has rubber-stamped a hundred Cloud Run deployments will see a GEAP agent and reach for the wrong checklist.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 agent's request graph is unbounded at design time. A REST endpoint declares its dependencies in the manifest — three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Identity is layered, not scalar. A web service runs as one service account. A GEAP agent has at least three identities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model itself is an attack vector. Prompt injection is a class of vulnerability that has no analogue in REST APIs. A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Control 1: Agent Identity and IAM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first thing to disable in any GEAP deployment is the legacy "default service account" pattern. Every agent should 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you call client.agent_engines.create(), the platform automatically issues a SPIFFE ID: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spiffe://acme-prod-7841.gcp/agent/invoice-extractor-v3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format is spiffe:///agent/ — this matches the SPIFFE specification for cross-platform workload identity, which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Control 2: Agent Gateway and Model Armor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 Gateway is the single ingress/egress chokepoint for tool traffic. Every tool call from a deployed agent passes thr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default policy is permissive — you must opt into the strict baseline. The strict baseline below is the one we recomm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agent-gateway-policy.yaml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apiVersion: agentgateway.cloud.google.com/v1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Control 3: User-delegated OAuth via Agent Identity Auth 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hardest production question in agent security is "on whose behalf is this tool call happening?" An agent that reads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GEAP solves this with Agent Identity Auth Manager, which supports both 2-legged (agent-acting-as-itself) and 3-legged (a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End user signs into your application with their corporate IdP (Okta, Entra ID, Google Workspace)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Your application exchanges the user's IdP token for an OAuth 2.0 Token Exchange (RFC 8693) bearer token scoped to the 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