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 Gemini Enterprise Agent Platform Actually Is (and Isn't)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Describe the four pillars (Build / Scale / Govern / Optimize) and name two concrete features under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Distinguish GEAP from Vertex AI Agent Builder, Dialogflow CX, and Model Garden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Identify three things GEAP explicitly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Read a GEAP architecture diagram and label key components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GA date: 23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Replaces and absorbs: Vertex AI Agent Builder, Model Garden (as a sub-surface), Dialogflow CX (legacy 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Architecture: four pillars — Build, Scale, Govern, Optimize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 access: 200+ models including Gemini 3.1 Pro/Flash, Gemma 4, Anthropic Claude (Opus/Sonnet/Haiku), and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consolidation nobody saw coming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Google announced GEAP, industry coverage focused on the new features: sub-agent…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buried lede was the strategic declaration at the end of the announcement: "All…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is a major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means if you are using Vertex AI Pipelines, Vertex AI Evaluation, or any other…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four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1: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Agent Garden: pre-built agent templates for common enterprise tasks (code modernization, invoice processing,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Workspaces: sandboxed environments where agents can execute bash commands and manage files. This is GEAP's 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2: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GEAP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four pillars are comprehensive enough that it is easy to assume GEAP is everything.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is not model-agnostic in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GEAP supports 200+ models including Claude and open models.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But the tightest integrations — Memory Bank, Agent Runtime telemetry, Agent Optimizer —…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How the components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Here is the component map for a typical customer-support agent on GEAP.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 box in this diagram is a managed GCP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only code you write is the Agent itself and the tool implementations.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is the core value proposition — and the core lock-in.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contrarian view: is consolidation actually good?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GEAP's consolidation narrative is compelling, but it carries a real cost: surface area.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Vertex AI was a collection of loosely coupled services, a team could adopt Vertex…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Now that everything is GEAP, the conceptual overhead of the platform is always in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a solo developer building a weekend project, GEAP is overkill.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2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