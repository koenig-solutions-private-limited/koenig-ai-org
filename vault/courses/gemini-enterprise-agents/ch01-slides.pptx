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What Gemini Enterprise Agent Platform Actually Is (and Isn't)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Describe the four pillars (Build / Scale / Govern / Optimize) and name two concrete features under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Distinguish GEAP from Vertex AI Agent Builder, Dialogflow CX, and Model Garden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Identify three things GEAP explicitly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Read a GEAP architecture diagram and label key components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GA date: 23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Replaces and absorbs: Vertex AI Agent Builder, Model Garden (as a sub-surface), Dialogflow CX (legacy path)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Architecture: four pillars — Build, Scale, Govern, Optimize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 access: 200+ models including Gemini 3.1 Pro/Flash, Gemma 4, Anthropic Claude (Opus/Sonnet/Haiku), and third-party open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consolidation nobody saw coming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Google announced GEAP, industry coverage focused on the new features: sub-agent networks, Memory Bank, Agent Identity.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buried lede was the strategic declaration at the end of the announcement: "All Vertex AI services and roadmap evolutions will be delivered exclusively through Agent Platform going forward,…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That is a major commitment.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It means if you are using Vertex AI Pipelines, Vertex AI Evaluation, or any other standalone Vertex service, your upgrade path is now through GEAP.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four pillars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Pillar 1: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Pillar 2: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Pillar 3: Govern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Pillar 4: Optimize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GEAP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four pillars are comprehensive enough that it is easy to assume GEAP is everything.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It is not model-agnostic in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GEAP supports 200+ models including Claude and open models.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But the tightest integrations — Memory Bank, Agent Runtime telemetry, Agent Optimizer — are designed around Gemini.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2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