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What Gemini Enterprise Agent Platform Actually Is (and Isn't)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GA date: 23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Replaces and absorbs: Vertex AI Agent Builder, Model Garden (as a sub-surface), Dialogflow CX (legacy path)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Architecture: four pillars — Build, Scale, Govern, Optimize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Model access: 200+ models including Gemini 3.1 Pro/Flash, Gemma 4, Anthropic Claude (Opus/Sonnet/Haiku), and third-party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consolidation nobody saw coming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When Google announced GEAP, industry coverage focused on the new features: sub-agent networks, Memory Bank, Agent Identi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That is a major commitment. It means if you are using Vertex AI Pipelines, Vertex AI Evaluation, or any other standalone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Model Surfaces vs. Agent Platform: Google's frontier models (like Gemini 3.1 Pro) appear in multiple "surfaces" simultan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Whether that bet pays off for you depends on your use case. This chapter explains the architecture so you can make that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four pillars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GEAP is organized into four operational domains. Every feature belongs to one of them. Knowing which pillar a feature 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Pillar 1: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Build is where you create agents. There are two entry points: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Agent Studio is a low-code, visual interface. You drag components, define tools from a catalogue, set an instruction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GEAP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four pillars are comprehensive enough that it is easy to assume GEAP is everything. Three things it is not: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It is not model-agnostic in practice. GEAP supports 200+ models including Claude and open models. But the tightest integ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It is not open-source. The ADK is open-source (Apache 2.0). The runtime, Memory Bank, Agent Gateway, and Govern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It is not Dialogflow CX rebranded. Dialogflow CX was a flow-based, deterministic dialogue manager. GEAP's agents reason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the components connect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Here is the component map for a typical customer-support agent on GEAP. Read this as a data-flow diagram, left to right: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Agent Gateway  ◄── Model Armor (prompt injection filter)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Agent Runtime  ── resolves Agent Identity (cryptographic ID)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├── loads Memory Bank profile (cross-session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