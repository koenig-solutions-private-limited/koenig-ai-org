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 Gemini Enterprise Agent Platform Actually Is (and Isn't)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Describe the four pillars (Build / Scale / Govern / Optimize) and name two concrete features under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Distinguish GEAP from Vertex AI Agent Builder, Dialogflow CX, and Model Garden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Identify three things GEAP explicitly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Read a GEAP architecture diagram and label key components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GA date: 23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Replaces and absorbs: Vertex AI Agent Builder, Model Garden (as a sub-surface), Dialogflow CX (legacy 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Architecture: four pillars — Build, Scale, Govern, Optimize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 access: 200+ models including Gemini 3.1 Pro/Flash, Gemma 4, Anthropic Claude (Opus/Sonnet/Haiku), and third-party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consolidation nobody saw coming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Google announced GEAP, industry coverage focused on the new features: sub-agent networks, Memory Bank, Agent Identi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That is a major commitment. It means if you are using Vertex AI Pipelines, Vertex AI Evaluation, or any other standalone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Whether that bet pays off for you depends on your use case. This chapter explains the architecture so you can make that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four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GEAP is organized into four operational domains. Every feature belongs to one of them. Knowing which pillar a feature 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1: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Build is where you create agents. There are two entry points: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Agent Studio is a low-code, visual interface. You drag components, define tools from a catalogue, set an instruction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GEAP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four pillars are comprehensive enough that it is easy to assume GEAP is everything. Three things it is not: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is not model-agnostic in practice. GEAP supports 200+ models including Claude and open models. But the tightest integ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is not open-source. The ADK is open-source (Apache 2.0). The runtime, Memory Bank, Agent Gateway, and Govern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is not Dialogflow CX rebranded. Dialogflow CX was a flow-based, deterministic dialogue manager. GEAP's agents reason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How the components 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Here is the component map for a typical customer-support agent on GEAP. Read this as a data-flow diagram, left to right: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Every box in this diagram is a managed GCP service. The only code you write is the Agent itself and the tool implementat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question: "Which GEAP pillar contains Memory Bank and Agent Sessions?",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explanation: "Memory Bank and Agent Sessions are Scale features — they exist to make agents production-grade by providin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contrarian view: is consolidation actually good?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GEAP's consolidation narrative is compelling, but it carries a real cost: surface area. When Vertex AI was a collection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a solo developer building a weekend project, GEAP is overkill. The four-pillar architecture is enterprise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more honest framing: GEAP is the right platform when you need at least two of the four pillars in production. If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Draw the GEAP component map for your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Pick a real (or plausible) agent you want to build. On paper or in a diagramming tool: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Draw the data flow from user request to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each GEAP component you would use, label which pillar it belongs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Chapter 2 gets hands-on: you will install ADK, define a Python function as a tool, wire it into an Agent, and add sessio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See gemini-enterprise-agent-platform-hands-on-tour/02-hello-world-agent-tool-state-persistence to continue.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2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