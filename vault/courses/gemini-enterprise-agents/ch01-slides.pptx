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What Gemini Enterprise Agent Platform Actually Is (and Isn't)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Chapter 01 · Gemini Enterprise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GA on 23 April 2026 as Google's enterprise agent consolidation layer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2100">
                <a:solidFill>
                  <a:srgbClr val="D4D4D8"/>
                </a:solidFill>
                <a:latin typeface="Aptos"/>
              </a:defRPr>
            </a:pPr>
            <a:r>
              <a:t>Organized around Build, Scale, Govern, and Optimize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2100">
                <a:solidFill>
                  <a:srgbClr val="D4D4D8"/>
                </a:solidFill>
                <a:latin typeface="Aptos"/>
              </a:defRPr>
            </a:pPr>
            <a:r>
              <a:t>academy.kspl.tech | Koenig AI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Consolidation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Why this platform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GEAP absorbs Vertex AI Agent Builder, Model Garden, and Dialogflow CX paths under one agent platform story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Google's strategic signal: future Vertex AI roadmap evolutions flow through Agent Platform rather than standalone services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The useful question is whether your use case needs the platform layer, not whether Google has many AI products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GEAP is runtime, identity, gateway, memory, registry, and observability around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Keep Model Surfaces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Gemini access is not the same thing as the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Gemini API and AI Studio are developer prototyping surfaces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Vertex AI and Gemini Enterprise are managed enterprise deployment surfaces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NotebookLM and Gemini notebooks are source-grounded knowledge-work surfaces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GEAP is the production agent layer with quotas, launch stages, and limits distinct from model previews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Pillar 1: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How agents get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Agent Studio provides low-code visual assembly for prototyping and guarded configuration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Development Kit is the code-first Python and TypeScript path used for production control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Garden offers templates for common enterprise tasks that still need customization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Workspaces give agents hardened sandboxes for bash commands and file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Pillar 2: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How agents become production-grade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Agent Runtime deploys ADK agents without rewriting the agent code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Sessions store conversation-scoped state tied to an external session ID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Memory Bank distills long-term, cross-session memory into retrievable profiles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Agent-to-agent orchestration can be deterministic or generative depending on routing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Pillar 3: Govern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How teams keep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Agent Identity gives each deployed agent a cryptographic ID for auditable actions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Registry centralizes approved tools, agents, and reusable capability definitions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Gateway applies security policies, rate limits, and Model Armor protections to traffic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Security Dashboard integrates with Security Command Center for vulnerability and asset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Pillar 4: Optimize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How teams measure and improve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Agent Simulation tests agents against synthetic users and virtualized tools before deployment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Evaluation continuously scores multi-turn behavior against rubrics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Observability traces model calls, tool calls, memory reads, and handoffs step by step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Optimizer clusters failures and suggests instruction refinements rather than applying them autonomously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What GEAP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Three boundaries to keep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It is not model-agnostic in practice; the tightest platform integrations are optimized around Gemini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It is not open-source beyond ADK; runtime, memory, gateway, and govern features are proprietary GCP services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It is not Dialogflow CX rebranded; GEAP agents reason probabilistically instead of following fixed dialogue flows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Using runtime, Memory Bank, and Registry together creates meaningful GCP lock-in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How Components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Typical customer-support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User request enters through Agent Gateway with Model Armor filtering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Agent Runtime resolves Agent Identity, then loads Memory Bank and Session context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The ADK agent calls approved tools through Agent Registry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Observability records each step, Evaluation scores the response, and Optimizer clusters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Try It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D4D8"/>
                </a:solidFill>
              </a:defRPr>
            </a:pPr>
            <a:r>
              <a:t>Apply the platform map to your own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527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Draw the data flow from user request to response for a real or plausible agent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Label at least four GEAP components by Build, Scale, Govern, or Optimize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Mark components you would not use and write one sentence explaining why</a:t>
            </a:r>
          </a:p>
          <a:p>
            <a:pPr marL="0">
              <a:lnSpc>
                <a:spcPct val="108000"/>
              </a:lnSpc>
              <a:spcAft>
                <a:spcPts val="1100"/>
              </a:spcAft>
              <a:defRPr sz="1900">
                <a:solidFill>
                  <a:srgbClr val="D4D4D8"/>
                </a:solidFill>
                <a:latin typeface="Aptos"/>
              </a:defRPr>
            </a:pPr>
            <a:r>
              <a:t>Decide whether your use case requires at least two pillars; if not, question whether GEAP is the right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1A1AA"/>
                </a:solidFill>
              </a:defRPr>
            </a:pPr>
            <a:r>
              <a:t>academy.kspl.tech | Koenig AI Academy ·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