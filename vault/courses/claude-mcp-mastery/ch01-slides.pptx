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Use MCP as the creative workflow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Separate advice from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can help a creative project in two different modes.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 advice mode, Claude reasons from the context you provide. You might paste a campaign brief and ask for...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 action mode, Claude can call a connector-exposed tool. MCP describes tools as server-exposed functions that...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That boundary is useful only if the human can see it. The MCP tool specification explicitly recommends clear...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Map the creative stack before you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is an open standard for connecting AI applications to external systems such as data sources, tools, and...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useful creative MCP map has five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Host: The AI application where the user talks to Claude. The host manages the conversation and decides how...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Connector or MCP server: The bridge to a specific tool or service. Anthropic says the Blender connector is...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Keep the file state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Creative work fails quietly when file state is vague. "Update the scene" is not a production instruction. "On...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difference is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File state answers these questions: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is the current working file?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Put the human decisions in the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Human-in-the-loop design is often discussed as a safety feature. In creative work, it is also the source of...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best prompts say what Claude may decide and what it may not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may decide: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how to turn a clear instruction into a script draft;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Use checkpoints as your production control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checkpoint is a deliberate pause after an assistant action. It can be as simple as "show me the generated...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this course, every connector workflow will use the same checkpoint pattern: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Brief checkpoint: What outcome are we trying to produce?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Scope checkpoint: Which files and tool actions are allowed?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