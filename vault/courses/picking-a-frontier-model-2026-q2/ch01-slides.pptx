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1A1AA"/>
                </a:solidFill>
              </a:rPr>
              <a:t>PICKING A FRONTIER MODEL 2026 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1A1AA"/>
                </a:solidFill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How to choose frontier model evaluation dimensions for production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you'll be able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Identify the 5 evaluation dimensions that consistently separate frontier models on real production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Name 3 commonly cited benchmarks that correlate poorly with production outcomes and explain 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Build a custom scorecard template scoped to a specific 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Distinguish 'frontier model' from 'best model for your use case'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MMLU, HumanEval, and GPQA — the three benchmarks most commonly cited in model release notes — measure knowledge recall,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As of Q2 2026, no major public benchmark measures tool-use determinism — the probability that the same prompt produces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Opus 4.7's published context window is 1M tokens ; Gemini 3.1 Pro's is 1M tokens . Empirically measured retrieval accura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the standard benchmarks fail builders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Every model release in 2026 ships with a table comparing MMLU, HumanEval, GPQA, and MATH scores. These benchmarks are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Consider MMLU (Massive Multitask Language Understanding). It evaluates knowledge recall across 57 academic subjects via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HumanEval is more practically relevant — it measures code generation on isolated function-completion tasks. But it measu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5 dimensions that predict production success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Based on our internal benchmark data across 12 months of production AI workloads, these are the five dimensions that 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Tool-use determinism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Context fidelity at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Structured-output 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Latency at your percentile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3 dimensions you can probably ignore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Not everything matters equally. Here are three dimensions frequently cited in benchmark tables that correlate weakly wit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Aggregate reasoning score (MMLU, GPQA)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Peak performance on hard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Multilingual performance (unless your product is multilingual)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Building your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The scorecard is a simple forcing function: before you run any benchmark, you write down which dimensions matter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model="claude-sonnet-4-6"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prompt="I'm building a coding agent that reads a GitHub issue, calls 3–5 tools (file read, grep, test run, PR create),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Hands-on exercise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Build a scorecard for your use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Choose one of the three archetypes above as your starting point, or describe your own use case in 2–3 sentences.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Select 5 dimensions from this list: tool-use determinism, context fidelity at depth, structured-output reliability, 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Try it next 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1A1AA"/>
                </a:solidFill>
              </a:rPr>
              <a:t>Continue learning at: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