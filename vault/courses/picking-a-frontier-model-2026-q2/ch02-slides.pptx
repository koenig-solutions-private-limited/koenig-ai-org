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058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1A1AA"/>
                </a:solidFill>
              </a:rPr>
              <a:t>PICKING A FRONTIER MODEL 2026 Q2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A1A1AA"/>
                </a:solidFill>
              </a:rPr>
              <a:t>Chapter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Tool-use determinism — our 10×3×5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you'll be able to do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Define tool-use determinism and explain why it degrades pipeline reliability multiplicatively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Run the 10×3×5 benchmark design against the reference prompt 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375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Interpret inter-run variance as a production reliability signal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Compare Opus 4.7, GPT-5.5, and Gemini 3.1 Pro determinism scores on structured-output and function-calling tas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74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Identify the prompt patterns that trigger determinism breakdown on each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Key facts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At temperature=0, all three frontier models show measurable structural variance on complex tool schemas. Variance ranges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Multiplicative reliability degradation: if a single tool call has 90% structural stability, a 5-step agentic pipeline 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375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The 10×3×5 benchmark uses 10 prompt categories, 3 models (Opus 4.7, GPT-5.5, Gemini 3.1 Pro), 5 independent runs per pro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What determinism is (and isn't)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Before running the benchmark, it helps to be precise. Determinism as used here is not: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Identical character-for-character output. Two responses can be structurally equivalent while differing in whitespace, 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375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Accuracy. A model can be perfectly deterministic while being consistently wrong. These are orthogonal.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Why it degrades pipelines multiplicatively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Results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Full results are in /data/claude-tool-use-determinism/2026-Q2/results.json. Summary: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Determinism scores by category (5 runs each, temperature=0)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375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The most common failure modes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Running the benchmark yourself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The benchmark runner is a ~80-line Python script. Here's the core loop: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def normalize_json(obj):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375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"""Canonical form: sorted keys, stripped whitespace."""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Hands-on exercise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Run the 10×3×5 benchmark on 2 prompts from your own use case.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Install the benchmark runner: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375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pip install anthropic openai google-generativeai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References cited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[^1]: Koenig AI Academy internal benchmark data, Q2 2026. /data/claude-tool-use-determinism/2026-Q2/. Benchmark design: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[^2]: Anthropic. "Prompt caching." Claude API documentation. https://www.anthropic.com/news — model and caching release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375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[^3]: OpenAI. "Structured Outputs." Model release notes. https://help.openai.com/en/articles/9624314-model-release-notes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Try it next 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1A1AA"/>
                </a:solidFill>
              </a:rPr>
              <a:t>Continue learning at: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97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A1A1AA"/>
                </a:solidFill>
              </a:rPr>
              <a:t>academy.kspl.tech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