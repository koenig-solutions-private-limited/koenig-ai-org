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1A1AA"/>
                </a:solidFill>
              </a:rPr>
              <a:t>PICKING A FRONTIER MODEL 2026 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1A1AA"/>
                </a:solidFill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Cost-per-task — pricing vs. actual bill on real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you'll be able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Calculate cost-per-task from token counts and retry rates — not just $/M token list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Account for prompt caching, tool-call overhead, and retry costs in a realistic cost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Compare total cost of ownership across Opus 4.7, GPT-5.5, and Gemini 3.1 Pro for three workload archetypes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Build a break-even analysis: at what reliability delta does the cheaper model become more expensive?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Identify the pricing surprises that catch builders off-guard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Opus 4.7 list pricing (Q2 2026): $5/M input tokens, $25/M output tokens. Prompt cache write: $6.25/M; cache read: $0.50/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GPT-5.5 list pricing: $10/M input tokens, $40/M output tokens. Cached input: $5/M (50% discount). [^2]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Gemini 3.1 Pro list pricing: $2.00/M input tokens, $12.00/M output tokens. Context caching (via Google Cloud): $0.20/M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pricing pages are misleading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standard model comparison table presents: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This table is accurate. It is also nearly useless for production cost planning, because it omits: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Retry rate: how often does a failed/malformed output require a retry call?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retry multiplier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Let's run the math for a representative 3-step tool-use pipeline: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System prompt: 2,000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User message: 200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When the math flips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Prompt caching: the underrated cost lever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Prompt caching is the most impactful cost optimization most builders aren't fully using.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economics: if you have a 10,000-token system prompt (common in agentic systems with tool definitions and long contex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Anthropic's caching gives a 90% discount on cached tokens — matching Google's 90% discount on Gemini context caching,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Caching gotchas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three workload archetypes, costed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Applying the full cost model to the three archetypes from Chapter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Archetype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Archetype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Archetype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Hands-on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Build a cost-per-task model for your use case using your Chapter 2 benchmark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Use this spreadsheet template (fill in your numbers):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=== COST MODEL WORKSHEET ===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References cited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[^1]: Anthropic. "Claude pricing." https://www.anthropic.com/pricing — Opus 4.7 input/output/cache pricing as of Q2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[^2]: OpenAI. "OpenAI API pricing." https://openai.com/pricing — GPT-5.5 input/output/cached input pricing as of 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[^3]: Google. "Gemini API pricing." https://ai.google.dev/pricing — Gemini 3.1 Pro input/output/context caching pricing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Try it next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1A1AA"/>
                </a:solidFill>
              </a:rPr>
              <a:t>Continue learning 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