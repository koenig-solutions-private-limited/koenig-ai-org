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1A1AA"/>
                </a:solidFill>
              </a:rPr>
              <a:t>PICKING A FRONTIER MODEL · 2026 Q2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1A1AA"/>
                </a:solidFill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Long-context behavior
— effective vs. advertised context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you'll be able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Define effective context window vs. advertised limit — why they differ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4436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Run a needle-in-haystack test at 50K / 200K / 500K token depths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85616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Identify the 3 failure modes at scale: lost needles · hallucinated synthesis · degraded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26864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Choose the right context strategy — full context vs. RAG — for your document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68112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▸  Understand why 1M token context ≠ 1M token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The empirical baseline before you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Lost-in-the-middle: 20–40 pp accuracy drop for info buried in middle of long context  [Liu et al. 2023]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5292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Gemini 3.1 Pro leads raw single-fact retrieval up to ~600K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94176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Opus 4.7 synthesis effective limit (~500K) beats Gemini's (~300K) on multi-hop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35424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GPT-5.5 (128K window) shows the most stable middle-position retrieval of the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76672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Three-or-more-fact synthesis is unreliable beyond 200K tokens on ALL three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▸  RAG (top-k=5) is 10–20× cheaper and matches full-context synthesis accuracy for docs &gt;100K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Advertised vs. Effective Context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Vendors advertise size. They don't advertise the accuracy curve inside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Retrieval effective limit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0574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depth where single-fact accuracy &lt; 90%  — safest boundary for fact-lookup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Synthesis effective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624328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depth where cross-doc reasoning &lt; 85%  — typically 30-50% of retrieval limit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9125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Hot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191256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first &amp; last ~15% of context — all models show dramatically higher accuracy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Advertised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931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Retrieval effective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931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Synthesis effective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708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Opus 4.7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3708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70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~800K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370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~500K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280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GPT-5.5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8280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128K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828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~120K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828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~75K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Gemini 3.1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28523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852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~700K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2852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~300K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3 Failure Modes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Recognise them before they reach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1  Lost Needles (retrieval miss)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957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 ignores a fact that IS in context — not hallucinated, simply not retrieved
Most common at 50K–200K (GPT-5.5) or 200K–500K (Gemini 3.1 Pro)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2  Hallucinated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673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 combines real retrieved facts with invented connections — fluent, confident, partially fabricated
Harder to detect — requires ground-truth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3  Degraded Step-by-Step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3892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Chain-of-thought shortens at high depth; model skips intermediate steps it handles at low depth
Appears in math word problems, multi-step code analysis, legal document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Needle-in-Haystack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Standard method for measuring retrieval effective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Prepare a haystack — large document padded to target token depth (legal corpus, Wikipedia, synthetic filler)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877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8775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a needle — unique fact that cannot be guessed: "The secret phrase is: banana-lighthouse-44"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552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5526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needle at a specific depth (e.g. 25% / 50% / 75% of total context)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2277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2277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Ask the model to retrieve the needle  →  correct = 1, any other answer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028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902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Repeat across a grid:  context size (50K / 100K / 200K / 500K)  ×  position (10% / 25% / 50% / 75% / 90%)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578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578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≥3 runs per cell to average noise  →  output an accuracy heatmap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Choosing Your Context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Practical decision framework for multi-document workloads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Document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39" y="16916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6916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&lt; 50K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1488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Full context (any model)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21488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three models reliable below 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50K – 120K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7432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Full context; test empirically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27432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GPT-5.5 shows good middle-position stability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120K – 500K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3756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Opus 4.7 full context  OR  RAG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375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Within Opus 4.7's synthesis effective limit (~500K)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500K – 800K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393192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Gemini for retrieval; chunked Opus for synthesis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9319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Both approach synthesis limits; chunking reduces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&gt; 800K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452628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RAG pipeline + any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4526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Beyond all models' reliable retrieval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978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Key principle: use long context for retrieval tasks · use chunking + multiple calls for synthesis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RAG vs. Full-Context — 200K Corpus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Rough cost + accuracy comparison from internal workloads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Retrieval acc.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691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1A1AA"/>
                </a:solidFill>
              </a:rPr>
              <a:t>Synthesis acc.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6712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Gemini 3.1 Pro, full ctx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6712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671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671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1576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Opus 4.7, full ctx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15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1576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71576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6440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RAG top-k=5 + Opus 4.7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6440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6440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87%*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26440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92%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1304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RAG top-k=5 + GPT-5.5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1304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81304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87%*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81304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1A1AA"/>
                </a:solidFill>
              </a:rPr>
              <a:t>* RAG retrieval limited by embedding step — may miss right chunk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If workload is primarily SYNTHESIS → use RAG  (10–20× cheaper, matches or beats full-context accuracy)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If workload is primarily SINGLE-FACT RETRIEVAL from one doc → full context wins on simplicity + reliability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▸  For pure retrieval depth, Gemini 3.1 Pro has a genuine advantage over Opus 4.7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Run needle-in-haystack at 3 depth levels on your own documents  — est. 25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Choose a document/set from your production context. Prepare versions at ~50K, ~200K, and target depth.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Insert 3 needles: Needle A near start (5–10%) · Needle B in middle (45–55%) · Needle C near end (85–95%)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826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8269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For each model, ask: "What is the value of [needle identifier]?" — run each ≥3 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4106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Record a 3×3 accuracy grid (3 depths × 3 positions). Note failure positions and depths.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94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ACC15"/>
                </a:solidFill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9943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Run ≥1 multi-hop synthesis task: question requiring facts from both Needles A and 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7044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✓  Done when: 3×3 retrieval grid filled · effective limit estimated · multi-hop pass/fail recorded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Knowledge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1A1AA"/>
                </a:solidFill>
              </a:rPr>
              <a:t>Test your understanding before moving to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 legal tech team needs to extract all liability clauses from 400K–700K-token contracts
and synthesise maximum exposure. Which approach is best?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A.  Gemini 3.1 Pro full context — 1M window covers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B.  Opus 4.7 full context — best synthesis at any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</a:rPr>
              <a:t>C.  RAG (chunk by clause, embed, retrieve top-k) + Opus 4.7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D.  GPT-5.5 — most stable middle-position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1A1AA"/>
                </a:solidFill>
              </a:rPr>
              <a:t>Answer C: RAG + Opus 4.7 reduces context depth below Opus's synthesis limit; clause-level chunking gives a short, high-quality context to reason over.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Try it next 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</a:rPr>
              <a:t>Chapter 4: Cost-per-task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You now know which model wins on retrieval depth and which wins on synthesis.
Chapter 4 answers the final question: what does reliable output actually cost?
Build a cost-per-task model accounting for retry rates, context caching, and tool-call overhead.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