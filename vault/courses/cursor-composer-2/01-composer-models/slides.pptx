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Project: &lt;Your Project Name&gt;</a:t>
            </a:r>
          </a:p>
          <a:p>
            <a:pPr>
              <a:defRPr sz="1800">
                <a:solidFill>
                  <a:srgbClr val="A1A1AA"/>
                </a:solidFill>
              </a:defRPr>
            </a:pPr>
            <a:r>
              <a:t>Cursor Composer 2 — 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1.1 What Cursor Composer 2 Is (and Isn't)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When Cursor announced Composer 2 in May 2026, the marketing framing positioned it against Claude Opus 4.6. The community reaction was mor...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Model lineage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Cursor trained Composer 2 in two phases, as documented in their technical report and arXiv paper (arxiv.org/abs/2603.24477):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Community analysis on HackerNews and r/LocalLLaMA identified the Kimi K2.5 base model as the starting point (confirmed indirectly by arch...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1.1 What Cursor Composer 2 Is (and Isn't)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At $0.50/M input, Composer 2 is roughly 5–10× cheaper than Opus 4.7 per token. For teams running 50+ agent turns per day across large cod...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1.2 Benchmark Literacy: Reading Numbers Without Being Misled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Cursor's technical report claims Composer 2 achieves **61.3 on CursorBench**. VentureBeat reported it "beats Claude Opus 4.6 but still tr...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Almost nothing, taken at face value. Here is a two-layer reading framework the community has converged on: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Layer 1: Directional signal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Benchmarks do tell you something. A model scoring 61.3 versus 45 on the same eval likely handles the evaluated task type better in the te...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Layer 2: Local task evals as decision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1.2 Benchmark Literacy: Reading Numbers Without Being Misled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Your codebase is not CursorBench. It has: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Specific language versions and framework idioms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Tribal knowledge encoded in existing code that no benchmark captures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Test harnesses with particular failure modes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Reviewer standards that are not in any eval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1.3 The Routing Rubric: When to Use Composer 2 vs. a Frontier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The strongest practical lesson from community usage threads is that **advanced teams do not pick one model and stick with it.** They rout...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Here is the rubric that emerges from synthesizing real usage reports: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Use Composer 2 for: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**Short-to-medium iteration loops** — feature additions, bug fixes, refactor passes in code you own and understand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**High-frequency experiments** — parallel attempts ("try three approaches, I'll pick the best"), throwaway prototypes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1.3 The Routing Rubric: When to Use Composer 2 vs. a Frontier Model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**Routine generation tasks** — CRUD endpoints, test cases, migration scripts for known schemas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**IDE-integrated edits** — diff-reviewed changes where you are inspecting every hunk before accepting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Escalate to a frontier reasoning model (Opus 4.7, GPT-5.4) for: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**Unfamiliar architecture** — debugging a third-party library internals you've never seen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**Brittle refactors** — changing a core abstraction that 40 files depend on and where failure mode is subtle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1.4 Auto Routing vs. Manual Model Pinning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Cursor's Auto model selection routes between available models based on task context. For new users, it is convenient. For production AI e...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**When to trust Auto:**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Exploratory sessions where you haven't scoped the task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Short one-off questions where cost doesn't matter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When you don't yet have a routing rubric and want to observe which model Cursor selects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1.4 Auto Routing vs. Manual Model Pinning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**When to pin manually:**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Any session running more than 10–15 turns (cost governance)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Parallel agent loops where you need consistent behavior for comparison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Regulated environments where model selection must be auditable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When onboarding a new team member and you want reproducible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1.5 Setting Up the IDE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Before configuring AI behavior, the physical IDE setup matters. Cursor inherits from VS Code; if you have existing VS Code settings, they...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Workspace layout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Open the root of the repository, not a subdirectory. Composer uses the workspace root to discover `.cursorrules` and to scope context-win...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Enable the file tree panel — Composer needs to be able to read the file structure to make sensible multi-file edits.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Turn on inline diff mode: `Settings → Editor → Diff: Inline Mode`. This makes AI-generated changes visibly separated from your code, redu...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1.5 Setting Up the IDE Environment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Context window hygiene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Cursor's context window is not unlimited. Pasting large files, opening many tabs, and running long sessions all erode context quality. Th...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1.6 Configuring `.cursorrules`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`.cursorrules` is Cursor's project-level AI instruction file. It lives in the repository root and is loaded at the start of every Compose...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A weak `.cursorrules` file looks like this: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Write clean, readable code.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Use TypeScript.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Follow best practices.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Try it next</a:t>
            </a:r>
          </a:p>
          <a:p>
            <a:pPr>
              <a:defRPr sz="1800">
                <a:solidFill>
                  <a:srgbClr val="A1A1AA"/>
                </a:solidFill>
              </a:defRPr>
            </a:pPr>
            <a:r>
              <a:t>Apply the routing rubric on one real backlog ticket today.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