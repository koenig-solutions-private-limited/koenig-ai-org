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Cursor CLI and Headless Usage — When to Leave the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3.1 The IDE Trap — When AI Pair Programming Breaks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three failure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Headless servers and containers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SSH-only remote environments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Scheduled and unattended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3.2 What Codex CLI Offers: Terminal-Native, Sandbox Modes, Local Execution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Installation and model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three sandbox modes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How to use Codex CLI for a typical automation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canonical Codex CLI invocation pattern for a non-interactive job: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3.3 What Claude Code Offers: Agentic Shell Sessions and MCP Connectors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How Claude Code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File editing — reads and modifies files directly, with diff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Shell command execution — can run arbitrary bash commands in the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Multi-step task planning — maintains a task plan and executes steps sequentially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3.4 Cursor's Terminal Panel: What It Can and Can't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What the terminal panel provides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Command explanation — you can highlight a command in the terminal and ask Cursor to explain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What the terminal panel cannot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summary: the terminal panel is a productivity aid within the IDE, not a headless automation capability.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KnowledgeCheck 2: Cursor Terminal Panel Limits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A) They can schedule the Cursor terminal to run the command headlessly using a launchd plist that invokes Cursor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C) Cursor's Background Agents can run the terminal command unattended as a scheduled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D) The Ctrl+K feature generates a script file that can be invoked independently of the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