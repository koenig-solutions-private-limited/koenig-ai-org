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Cursor CLI and Headless Usage — When to Leave the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3.1 The IDE Trap — When AI Pair Programming Breaks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three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Headless servers and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SSH-only remote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Scheduled and unattended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What the boundary looks like 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3.2 What Codex CLI Offers: Terminal-Native, Sandbox Modes, Local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Installation and 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three sandbox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How to use Codex CLI for a typical automation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canonical Codex CLI invocation pattern for a non-interactive job: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Codex CLI vs Cursor: the architectural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3.3 What Claude Code Offers: Agentic Shell Sessions and MCP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How Claude Code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File editing — reads and modifies files directly, with diff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Shell command execution — can run arbitrary bash commands in the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Multi-step task planning — maintains a task plan and executes steps sequentially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MCP connectors — integrates with external services (databases, APIs, CI systems) via the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3.4 Cursor's Terminal Panel: What It Can and Can't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the terminal panel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Command explanation — you can highlight a command in the terminal and ask Cursor to explain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the terminal panel cannot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summary: the terminal panel is a productivity aid within the IDE, not a headless automation capability.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KnowledgeCheck 2: Cursor Terminal Panel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Question 1 (MCQ): A developer uses Cursor's terminal Ctrl+K feature to generate a complex awk pipeline, tests it successfully in the IDE terminal, and wants to "automate it." Which statement is correct?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A) They can schedule the Cursor terminal to run the command headlessly using a launchd plist that invokes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B) They should extract the generated shell command into a standalone script and invoke it via Codex CLI or a cron job — the Cursor terminal cannot run headlessly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C) Cursor's Background Agents can run the terminal command unattended as a scheduled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D) The Ctrl+K feature generates a script file that can be invoked independently of the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