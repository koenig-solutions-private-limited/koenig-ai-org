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Background Agents: Hand Off a Task, Keep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Cursor Composer 2 · 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4.1 Two Modes, One Feature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Mode 1: In-IDE Background Agents (Agents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Keep coding in the main editor while the agent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Monitor agent progress in the Agents Window status 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Review the diff when the agent signals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Run multiple agents simultaneously on isolated branches — no mid-task merge conflicts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4.2 Setup and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Subscription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environment.json — configuring the Cloud agent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title="Draft your environment.json for a Next.js + Prisma project"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expectedOutput={`{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"cp .env.example .env.local",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KnowledgeCheck 1: Modes and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Question 1 (MCQ): You need to generate unit tests for 40 TypeScript files while you continue working on a new feature. Your laptop will stay open throughout. Which mode is the right 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A) Composer Agent Mode — because you want to review each test file as it is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B) In-IDE Background Agents (Agents Window) — because the task is mechanical and you want to keep coding without managing the synchronous review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C) Cloud Background Agent via GitHub @cursor — because it runs off-machine and handles large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D) Codex CLI in full-auto mode — because Cursor cannot run test generation asynchronously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4.3 Where Background Agents Shine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High-value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to avoid handing to a Background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4.5 Connecting to the Chapter 3 Routing Rubric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Background Agents slot into that rubric as an extension of the IDE path, not a replacement for the CLI path: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Complete the hands-on exercise: launch your first Background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