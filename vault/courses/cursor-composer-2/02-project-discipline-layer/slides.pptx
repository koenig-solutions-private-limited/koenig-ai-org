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.cursorrules + AGENTS.md — The Project-Discipline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2.1 Why Rule Files Fail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most common failure mode is not a missing file. It is vague rules that look plausible but give the model nothing 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Here is the pattern in action: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left column sounds reasonable. It fails because "clean" and "properly" have no definition the model can test against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&gt; Info: .cursorrules does not execute rules — there is no linter parsing the file. The model reads it as natural languag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2.2 Constructing Rules That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Build .cursorrules in four layers. Each layer serves a different function in the instruction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Layer 1: Stack declaration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State language, runtime, framework, and tool versions as facts, not preferences.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Updated: 2026-06-10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Language: TypeScript 5.4 (strict mode, noUncheckedIndexedAccess: 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Runtime: Node 22 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Framework: Next.js 15 App Router — no Pages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Component files: PascalCase. Filename must match default export. UserCard.tsx exports UserCard.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Invalid: user-card.tsx, userCard.tsx.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Utility files: kebab-case under /lib — e.g. format-date.ts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Props interfaces: named Props. Example: UserCardProps.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Forbidden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No raw SQL strings — Drizzle query builder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No console.log in production paths — use lib/logger.ts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No window access without typeof window !== 'undefined' guard.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No React.FC type annotation — use explicit prop types with return ReactElement.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