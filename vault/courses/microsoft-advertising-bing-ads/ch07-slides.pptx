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91440" cy="36576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CCDD"/>
                </a:solidFill>
              </a:rPr>
              <a:t>Microsoft Advertising for Performance Marketers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Cross-Platform Budget Allocation:
Splitting Spend Between
Google Ads &amp; Microsoft Advertising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DEEFF"/>
                </a:solidFill>
              </a:rPr>
              <a:t>Benchmark · 70/30 Split · Incremental ROAS · Reallocation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Chapter 7  · 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8016" cy="585216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2026 Travel Benchmarks You Need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Google Ads travel: $2.14 CPC · 9.32% CTR · 5.83% CVR · $44.70 CPA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Source: WordStream 2026 (13,474 US campaigns)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Microsoft Advertising hospitality: ~$15 CPA · $0.73 CPC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Lowest CPA of any vertical on the platform (SearchLab.nl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35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67% CPA advantage for hotel-category campaigns on Microsoft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112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Microsoft US desktop search share: 14.2% · Travel CVR: 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678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38% of Bing users are unreachable via Google 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62271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Key justification for running both platforms simultaneously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Chapter 7: Cross-Platform Budget Allocation  · 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8016" cy="585216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70/30 Starting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Default: 70% Google Ads / 30% Microsoft Advertising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Google holds proven conversion volume while Microsoft reaches 50+ conversions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Example — $10,000/month: $7,000 Google + $3,000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Adjust to 80/20 Google if: audience skews under 35 or is heavily mobile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Microsoft users average 45 years old, Windows-desktop concentrated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112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Keep 70/30 if: targeting business travelers or high-income households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86783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Microsoft users are 40% more likely to earn over $75K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89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Avoid 90/10: $1,000/month rarely generates 50 conversions in 60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646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Cannot make a statistically valid reallocation decision without 50 conversions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58384"/>
            <a:ext cx="11338560" cy="73152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40410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4400"/>
                </a:solidFill>
              </a:rPr>
              <a:t>⚠  Too small a Microsoft budget → no valid data → no valid reallocation decision.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Chapter 7: Cross-Platform Budget Allocation  · 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8016" cy="585216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Running the 30-60 Day Test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Minimum 30-60 days before any reallocation — smart bidding needs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Microsoft: 3 days to recalibrate after ≤25% budget changes; 7 days for larger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Four performance triggers during the window: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CPA spike &gt;20% within 7 days → diagnostic flag (investigate creative &amp; bids)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35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CPA trend &gt;15% over 14 consecutive days → reallocation candidate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381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ROAS below target for 3 consecutive days → flag for reallocation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Budget pacing outside 90-110% for 3+ days → fix daily caps 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428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Never react to day-3/day-5 CPA on a brand-new campaign — mid-learning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09744"/>
            <a:ext cx="11338560" cy="731520"/>
          </a:xfrm>
          <a:prstGeom prst="rect">
            <a:avLst/>
          </a:prstGeom>
          <a:solidFill>
            <a:srgbClr val="FFF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855464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4400"/>
                </a:solidFill>
              </a:rPr>
              <a:t>⚠  Every budget change &gt;25% resets smart bidding learning. Adjust in 10-20% weekly increments.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Chapter 7: Cross-Platform Budget Allocation  · 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8016" cy="585216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Building Your Cross-Platform Unified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In-platform dashboards overstate results — both platforms claim the same conversions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GA4 is the default cross-platform source of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Admin → Attribution Settings → data-driven attribution (DDA)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DDA requirements: 400+ conversions on key event + 20,000 total conversion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Below DDA threshold: use GA4 Model Comparison with linear attribution as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844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Per 1ClickReport GA4 guide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867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Expect 20-40% variance between platform-reported and GA4-attributed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622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Normal — not a tracking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Chapter 7: Cross-Platform Budget Allocation  · 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8016" cy="585216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Incremental ROAS: The Only Number That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Combined reported ROAS overstates true performance by 30-50%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Both platforms count overlapping conversions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579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iROAS = Incremental Revenue ÷ Incremental Spend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Measure via geo holdout experiment: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Test geos: Microsoft Ads active · Control geos: Microsoft Ads paused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112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Google Ads unchanged in both groups · Run for 30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13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Export GA4 → Explore → Segment Overlap by region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Revenue delta (test vs. control) ÷ Microsoft spend in test geos = iROAS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91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iROAS &gt; ROAS target → Microsoft creates new demand → increase allocation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669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iROAS &lt; 1.0 → Microsoft intercepts Google conversions → stop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Chapter 7: Cross-Platform Budget Allocation  · 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8016" cy="5852160"/>
          </a:xfrm>
          <a:prstGeom prst="rect">
            <a:avLst/>
          </a:prstGeom>
          <a:solidFill>
            <a:srgbClr val="008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Budget Reallocation Decision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After test window closes, three factors drive revised allocation: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1. Desktop conversion rate share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3113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≥40% desktop → Microsoft's Windows inventory delivers faster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&lt;40% → advantage compresses for mobile-leaning audiences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3580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2. CPA by product category (never use blended CPAs)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1129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Hotel packages: Microsoft ~$15 vs Google $44.70 → Microsoft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136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Last-minute mobile tours: Google 5.83% CVR may 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159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3. Audience overlap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914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&gt;30% overlap → Microsoft bids on already-won customers → incremental reach is 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93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   – &lt;30% overlap → meaningful incremental reach from Microsoft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961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</a:rPr>
              <a:t>• Document before any split change &gt;15% of total budget: CPA · desktop share · overlap · iROAS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Chapter 7: Cross-Platform Budget Allocation  · 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