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Importing &amp; Auditing Google Ads Campaigns into Microsoft Advertising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Chapter 2 · Microsoft Advertising for Performance Marketers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✓  Schedule a recurring Google Ads import using the Import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✓  Configure PauseNewCampaigns, DeleteRemovedEntities, and other critical import flags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✓  Identify and remediate the five most common import fidelity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✓  Calibrate device bid modifiers for Bing's desktop-dominant 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Setting Up the Import Center Connection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 The New Import Center (launched May 2026) consolidates all Google Ads and Meta imports into a single searchable, filtera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 To create it: type "Import credential ID" in the Microsoft Advertising platform search bar, authenticate with the Google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 With the credential ready, navigate to Tools → Import → Import from Google Ads or open the Import Center directly. Sign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Scheduling a Recurring Import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 Name your import job clearly — for example, "Weekly Sync — US Search." Under Schedule, choose a frequency: Auto (Microso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 Before clicking Import, select Advanced import options — not the plain "Start import" button. The default path lets Micr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Advanced Import Options That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 The most consequential flags, with their defaults: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 For any first import, set PauseNewCampaigns = Yes. The GoogleImportOption reference documents every flag in full. Treati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 PauseNewCampaigns defaults to false. On a first import, all new campaigns launch immediately and begin spending before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Post-Import Audit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 After the import runs, open the Import Center, click the import name, and review the Added / Updated / Skipped / Errors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 Work through this checklist in order: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 Campaign status — Confirm intended campaigns are paused if you enabled PauseNewCampaigns.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 Bid strategies — Any campaign using Google Smart Bidding now shows "Enhanced CPC." This is a silent conversion with no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1A1AA"/>
                </a:solidFill>
              </a:rPr>
              <a:t>Next: Chapter 3 — Keyword Strategy &amp; Responsive Search 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