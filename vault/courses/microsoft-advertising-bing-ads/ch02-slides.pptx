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Importing &amp; Auditing Google Ads Campaigns into Microsoft Advertising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Chapter 2 · Microsoft Advertising for Performance Marketers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You'll 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✓  Schedule a recurring Google Ads import using the Import Center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✓  Configure PauseNewCampaigns, DeleteRemovedEntities, and other critical import flags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✓  Identify and remediate the five most common import fidelity failures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✓  Calibrate device bid modifiers for Bing's desktop-dominant audience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Setting Up the Import Center Connection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 New Import Center (May 2026) unifies Google Ads and Meta imports in one filterable dashboard with inline error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 Type "Import credential ID" in the platform search bar, authenticate with Google, and copy the resulting credential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 With the credential ready, go to Tools → Import → Import from Google Ads; sign in with Google to select the source account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Scheduling a Recurring Import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 Name the import job and pick a cadence — Auto delegates the optimal sync frequency to Microsoft Advertising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 Always use Advanced import options — the default Start Import path silently applies Microsoft's own preferences to every flag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5" name="TextBox 3b"/>
          <p:cNvSpPr txBox="1"/>
          <p:nvPr/>
        </p:nvSpPr>
        <p:spPr>
          <a:xfrm>
            <a:off x="731520" y="3794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 After import completes, verify the job in Import Center shows the Next run time and schedule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Advanced Import Options That Matter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 The most consequential flags, with their defaults: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 Set PauseNewCampaigns = Yes on every first import; treating the defaults as safe is the leading cause of day-one overspend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 PauseNewCampaigns defaults to false — new campaigns launch immediately and spend before any audit is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Post-Import Audit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 Open Import Center after each run and review the Added, Updated, Skipped, and Errors tallies for the import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 Work through this checklist in order: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 Campaign status — Confirm intended campaigns are paused if you enabled PauseNewCampaigns.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92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 Bid strategies: Smart Bidding campaigns silently convert to Enhanced CPC — no error is logged; manually reassign after import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1A1AA"/>
                </a:solidFill>
              </a:rPr>
              <a:t>Next: Chapter 3 — Keyword Strategy &amp; Responsive Search 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