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Audience Targeting:
In-Market Segments, LinkedIn Profile
Targeting &amp; Remarketing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B2A9"/>
                </a:solidFill>
                <a:latin typeface="Segoe UI"/>
              </a:rPr>
              <a:t>Microsoft Advertising / Bing Ads  —  Chapter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Installing &amp; Verifying the UET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1/6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One global UET tag in &lt;head&gt; — multiple tags cause duplicate event counts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UET Tag Helper (Edge/Chrome): green badge ≥1 confirms firing in real 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Red or yellow badge = JS error, script conflict, or ad blocker — check browser console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After 24 hours of live traffic: 'Tag active' in-platform status confirms server-side receipt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Inactive status: verify snippet is in rendered HTML; check for CSP or tag manager suppression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In-Market Audiences for Travel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2/6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Microsoft-curated segments built from Bing queries, ad clicks &amp; property page views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You cannot create or edit these lists — only associate and set bid adjustments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Top travel segments: Air Travel · Hotels &amp; Resorts · Vacation Packages · Car Rentals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75% of travel credit card shoppers match an in-market audience category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4.2× CTR lift · 6.7× CVR lift vs unaudited baseline (Microsoft Advertising data)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Hard constraint: in-market audiences cannot be added to Combined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Bid Only vs Target and Bid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3/6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Bid Only (= Observation): ads show to ALL eligible users; bid adjustment applies only to audience members → full reach, refined bidding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Target and Bid: ads deliver only to audience members — use only after conversion evidence exists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⚠ Never launch a new in-market association in Target and Bid — traffic quietly throttles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Always start in Bid Only, collect 2–4 weeks of conversion data, then graduate top segments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New associations default to +15% bid adjustment — replace immediately with a calibrated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LinkedIn Profile Targeting for Business Travelers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4/6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Only non-LinkedIn ad platform with access to LinkedIn professional profile data for targeting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3 targeting dimensions: Job Function (26 options) · Industry (148 options) · Company (80,000+)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Up to 1,000 companies per campaign across up to 20 ad groups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Example: Job Function = Purchasing + Operations; Industry = Airlines/Aviation + Hospitality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Run Professional Demographics report after 30 days — shift top converters to Target and Bid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Watch for PrivacyStatus = Inactive (intersection too narrow) — broaden Company dimension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Building a Cart-Abandoner Remarketing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5/6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Base UET records page visits only — custom parameters required for booking intent classification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Cart page must fire alongside base tag: pagetype: 'cart'  +  prodid: '[hotel-SKU]'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Audience type: Audiences → Dynamic Remarketing → Shopping cart abandoners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Membership duration: 30 days; list activates once it reaches 1,000 users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Recommended bid adjustment: +50% to +100% (well above platform default of +15%)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Debug: list shows 'general visitors' → pagetype param missing or firing on wrong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Bid Adjustments &amp; Audience Network Layering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00B2A9"/>
                </a:solidFill>
                <a:latin typeface="Segoe UI"/>
              </a:rPr>
              <a:t>6/6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Adjustment range: −100% to +900%  |  New associations default to +15%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Adjustments multiply, not add: +50% audience × +20% device ≈ +80% combined, not +70%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Practical starting points: In-market +20–30% · Cart abandoners +50–100% · LinkedIn +15–25%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Use audience exclusions to fully suppress segments; −90% still allows delivery at low bid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Audience campaigns (CampaignType = Audience) run exclusively on Microsoft Audience Network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1F2D3D"/>
                </a:solidFill>
                <a:latin typeface="Segoe UI"/>
              </a:rPr>
              <a:t>• Layer in-market + LinkedIn dimensions; upload landscape + 3 image ratios for max placement eligibility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