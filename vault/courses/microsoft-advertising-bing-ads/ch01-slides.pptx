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Microsoft Advertising Platform Orientation: Interface, Account Structure &amp; the Google Ads Migrant's Mindset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Microsoft Advertising Hierarchy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Microsoft Advertising organizes everything into five levels: Customer (Manager Account) → Advertiser Account → Campaign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capacity limits matter for planning. According to Microsoft's entity hierarchy documentation, each account supports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One rule that trips up Google Ads migrants from day one: bid strategies are set at the campaign level only. Since April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Account-Level Settings: Lock These In First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Two account settings are permanently locked after the first billing transaction: time zone and currency. Choose the wron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third setting to configure before any campaign goes live is the tracking template. At the account level, the templat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{lpurl}?utm_source=bing&amp;utm_medium=cpc&amp;utm_campaign={CampaignName}&amp;utm_term={KeyWord}&amp;utm_content={AdId}&amp;msclkid={msclki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Set this once at the account level and it covers every campaign automatically; override at campaign or ad group level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Building Your First Search Campaign Skeleton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Navigate to Campaigns → Create campaign and select Search as the campaign type. The campaign form asks for budget type (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network toggle deserves attention: Search Partners extends your reach to Yahoo, AOL, DuckDuckGo, and Ecosia in addit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Inside the campaign, create at least one ad group with a tightly themed keyword set. Three to five exact-match terms 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Five Structural Differences vs Google Ads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Reprogramming your Google Ads assumptions is half the work of launching on Microsoft Advertising. Here are the five stru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Network reach. Microsoft Search Ads serve on Bing, Yahoo, AOL, DuckDuckGo, and Ecosia. StatCounter's 2026 US desktop dat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Auction mechanics. Ad Rank = Quality Score × Bid, with Quality Score a 1–10 composite of Expected CTR, Ad Relevance, 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LinkedIn Profile Targeting. Microsoft Advertising is the only platform other than LinkedIn itself that lets you layer 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Hands-on Exercise: Orient and Configure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Scenario: Set up a new Microsoft Advertising account for a travel agency and build a one-campaign skeleton.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Create or open an account. Before entering payment details, set the time zone to your business's primary timezone and cu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In Account Settings, add the tracking template: {lpurl}?utm_source=bing&amp;utm_medium=cpc&amp;utm_campaign={CampaignName}&amp;utm_t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Set AutoTagType to Preserve.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Read the full article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A1A1AA"/>
                </a:solidFill>
              </a:rPr>
              <a:t>academy.kspl.tech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1A1AA"/>
                </a:solidFill>
              </a:rPr>
              <a:t>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