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Which Open-Weights LLM Should You Deploy? Gemma 4, Llama 4, or Qwen3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Gemma 4 ships four sizes: E2B and E4B (edge, runs offline on phones, Raspberry Pi, Jetson Nano) and 26B and 31B (single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Llama 4 Scout packs a 10M-token context window — 78× larger than GPT-4o's 128K — in a model that fits on a single H100 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Qwen3-235B-A22B activates only 22B of 235B parameters per token via MoE routing, making it cheaper per token than dense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Gemma 4 31B scores 1452 on the Arena AI leaderboard, 84.3% on GPQA Diamond, and 80.0% on LiveCodeBench.[^3]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Edge and Offline: Gemma 4 Owns This Niche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mobile apps, IoT devices, or air-gapped environments, Gemma 4 is the only serious option. The E2B and E4B variants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Google built Gemma 4 from the same research base as Gemini 3, prioritizing "intelligence-per-parameter" to make the smal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the [[research/google/2026-04-30|April 30 Google note]], the Gemini Enterprise Agent Platform launched the same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Single-GPU Inference: Context Length Is the Deciding Variable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If you have one GPU and need to choose between Llama 4 Scout, Qwen3-14B, or Gemma 4 31B, the decision tree is short: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Do you need context windows longer than 128K tokens? If yes: Llama 4 Scout, and it's not close. Scout's 10M-token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Do you need hybrid reasoning without running two separate models? Qwen3 (any size) lets you set enable_thinking=True at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Default single-GPU recommendation for general use: Gemma 4 26B or 31B, because the benchmark profile is strong, the 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Cloud-Batch at Scale: MoE Economics 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At cloud-batch scale — thousands of inference calls per hour, billed per token — the MoE models shift the math. Qwen3-23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Llama 4 Maverick (17B active / 400B total) is the stronger benchmark performer: it beats GPT-4o across reasoning,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teams already deep in the Alibaba/Qwen ecosystem or using SGLang for production inference, Qwen3 is the natural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Runnable Benchmark: 10-Prompt Test Across All Three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Before committing to a model in production, run this battery. It covers reasoning, coding, long-context retrieval, and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openai import OpenAI  # works with any OpenAI-compatible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"gemma4-27b":     "http://localhost:8080/v1",   # llama.cpp / ollama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"llama4-scout":   "http://localhost:8081/v1",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