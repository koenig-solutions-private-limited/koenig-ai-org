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GPT-5.5 in Codex — what changed and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Native Reasoning Tokens: GPT-5.5 features a built-in reasoning mode that uses approximately 40% fewer output tokens to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Codex Desktop Overhaul: The v0.125.0 update includes a major plugin ecosystem overhaul with marketplace installation, 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Expanded Context Window: The model supports a 400K token context window in Codex (1M via API), specifically tuned for 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Cyber Resilience: GPT-5.5 scores 81.8% on the CyberGym cybersecurity benchmark, up from 79.0% for GPT-5.4, enabling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Multi-Step Agentic Planning: Why it isn't just a gimmick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When OpenAI announced the new reasoning capabilities for GPT-5.5 on April 23, 2026, the immediate reaction from the deve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"thinking" phase is not just about producing better text; it's about predicting the outcome of tool calls. By simul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Side-by-Side: Codex 5.4 vs Codex 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Contrarian Angle: The Plugin ecosystem is the actual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While the reasoning architecture is the headline, the plugin ecosystem overhaul in Codex Desktop v0.125.0 is the more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By overhauling the plugin system — with marketplace installation, remote bundle caching, plugin-bundled hooks, and exter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shift to a plugin-first architecture means that the model's capabilities can be expanded without retraining the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question="Why is the plugin ecosystem overhaul considered a more significant 'moat' than the reasoning architecture?"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Navigating the Codex Desktop: Reasoning Controls and the v0.125.0 Overhaul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update spans two recent releases. In v0.124.0, the TUI gained quick reasoning controls: Alt+, lowers reasoning effor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Using these hotkeys, you can now tune the reasoning depth on the fly: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Alt+, (Low Effort): Best for generating boilerplate, writing documentation, or simple one-line fixes. This mode bypasses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Alt+. (X-High Effort): Reserved for architectural changes, complex refactors, and resolving circular dependencies. In 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Scaling with AWS Bedrock and Managed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enterprises, the launch of the latest OpenAI frontier models and Codex on Amazon Bedrock on April 28, 2026, marks 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integration with Amazon Bedrock Managed Agents is particularly powerful.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Codex's permission profiles — which round-t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