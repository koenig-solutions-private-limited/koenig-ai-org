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Opus 4.7 resolves 3× more production coding tasks than 4.6 — here's the catch for 8-hour sessions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976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1A1AA"/>
                </a:solidFill>
              </a:rPr>
              <a:t>2026-04-30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facts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Released April 16, 2026 — generally available, same pricing tier as Opus 4.6 ($5/M in, $25/M out)[1]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70% on CursorBench vs. 58% for Opus 4.6 — 12-percentage-point gain on single-session task completion[2]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3× production task resolution improvement over Opus 4.6 on Rakuten's internal evaluation[1]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File-system-based memory for multi-session continuity — new in 4.7, allows the model to persist context across session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What the benchmarks actually measure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Every number in the Opus 4.7 announcement is customer-reported rather than independently reproduced on a public harness.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This matters because none of these benchmarks simulate what "long-running coding" means in practice: a continuous sessio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closest published proxy is Notion's +14% multi-step workflow number — but Notion hasn't released evaluation methodol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tokenizer tax at scale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least-publicized change in Opus 4.7 is the tokenizer upgrade. Anthropic advises that depending on content type, inpu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For a typical 8-hour engineering session, the practical impact: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A session consuming 400,000 input tokens on Opus 4.6 now consumes ~540,000 tokens on Opus 4.7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At $5/M input, that's $2.00 vs. $2.70 per session on input alone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Where context drift still happens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Opus 4.7's file-system memory and loop resistance address two real failure modes: forgetting across session breaks, and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File-system-based memory: Beyond context windows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Unlike the transient context window, the new file-system-based memory in Opus 4.7 allows the model to persist key insigh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Visual Acuity: The 3.75MP Upgrade for Frontend QA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Adaptive thinking: When to let the model reason deeper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Opus 4.7 introduces Adaptive thinking technology, which allows the model to dynamically adjust reasoning depth based on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trade-off is latency and token spend: the model consumes more tokens in its internal thought trace on harder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Read the full article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A1A1AA"/>
                </a:solidFill>
              </a:rPr>
              <a:t>academy.kspl.tech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63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1A1AA"/>
                </a:solidFill>
              </a:rPr>
              <a:t>Koenig AI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