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Cursor 3.2 vs. Claude Code: Same Agent Runtime, Different Ergonomic Bet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Cursor 3.2 shipped April 24, 2026 with /multitask async subagents, multi-root workspace support, and single-click worktr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Cursor SDK launched April 29, 2026 as npm install @cursor/sdk, making the IDE agent loop programmable outside the 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Cursor 3.0 (April 2, 2026) first introduced the Agents Window for parallel execution across local repos, SSH remotes,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Code's Agent SDK (@anthropic-ai/claude-agent-sdk) exposes the same loop, tools, and context management as the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IDE-as-agent-runtime is the new standard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transition of both tools into agent runtimes is not a coincidence — it is an architectural convergence. In early 202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real question for engineering teams is no longer "which tool is smarter" but "where do you want the loop to live whe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workflow tradeoff: running the same 4-hour ticket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Realistic ticket: "Refactor auth middleware to JWT validation; update all call sites across frontend, backend, and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 Cursor 3.2 [1]: open Multi-root Workspaces across all three repos, invoke /multitask to distribute the refactor acros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 Claude Code [3][4]: write a CLAUDE.md with architecture decisions and coding standards, invoke the Agent SDK with sub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import { query } from "@anthropic-ai/claude-agent-sdk";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non-obvious angle: crash recovery and who owns the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Most comparisons treat Cursor's server-side harness as a convenience feature. It is actually a resilience architecture.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Code loops die with the shell session. Kill the terminal, lose the loop. There is no automatic reconnect.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sounds like a clear win for Cursor — until you consider the other side of the BYOS (bring-your-own-stack) model. 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set the budget cap, not the vendor. A runaway subagent costs what your circuit breaker allows, not what Cursor's 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Harness stability under real 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Trust becomes concrete at the harness layer. On April 30, 2026, a community incident surfaced: git commits mentioning "H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billing bug lived in Claude Code's server-side harness, not the Agent SDK itself. Production agents built with the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practical takeaway: for production orchestration, operate at the SDK layer (not the interactive CLI or IDE), and wir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question="Cursor 3.2's background agents survive an IDE crash and Claude Code's loops do not. Why might a team still 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