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How to use Anthropic’s 9 new creative connectors in your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2026-04-30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Nine connectors launched April 28, 2026, spanning 3D modeling, audio production, graphic design, and live AV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All connectors are built on the Model Context Protocol (MCP), enabling Claude to read documentation and interact with 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Adobe integration covers 50+ tools including Photoshop, Premiere, and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University partnerships announced with RISD, Ringling College of Art and Design, and Goldsmiths, University of London.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each of the 9 connectors enables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launch covers the full spectrum of creative production, from 3D modeling to live AV performance.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Blender: A natural-language interface to Blender’s Python API. Claude can now analyze scenes, debug scripts, and interac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Adobe for creativity: Direct integration with over 50 tools including Photoshop, Premiere, and Express.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Ableton: Claude is now grounded in official product documentation for Live and Push, acting as a real-time technical tut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Blender's Python API becomes conversational through MCP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Blender connector is particularly powerful because it is built on the Model Context Protocol (MCP). This allows Clau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For instance, a user can prompt Claude to "find all point lights in the scene" or "explain how the current node setup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model="claude-sonnet-4-6"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prompt="Using the Blender Python API, write a script that generates a 10x10 grid of cubes, where each cube's height is 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Claude connects Blender, SketchUp, and Premiere into one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One of the biggest friction points in creative work is moving assets between tools—the "manual handoff." Anthropic is 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question="Which connector allows music producers to search for royalty-free samples directly within Claude?"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answers={["Ableton", "Splice", "Resolume", "Affinity"]}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RISD, Ringling, and Goldsmiths are embedding Claude in their curricula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To support this rollout, Anthropic is partnering with leading art and design programs, including RISD, Ringling College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