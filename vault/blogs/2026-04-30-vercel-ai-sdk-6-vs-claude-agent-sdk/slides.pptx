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Vercel AI SDK 6 or Claude Agent SDK: The Decision Is Who Runs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AI SDK 6 launched December 22, 2025 with ToolLoopAgent, full MCP OAuth support, DevTools middleware, and over 20 million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Anthropic's Agent Capabilities API shipped May 22, 2025 with three server-side tools: code_execution, web_search_2026020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code_execution grants 50 free container-hours per organization per day; additional usage costs $0.05/container-hour. [2]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ToolLoopAgent handles up to 20 steps by default and exposes a needsApproval callback for human-in-the-loop approval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each SDK actually 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Vercel AI SDK 6 centers ToolLoopAgent as its agent primitive. [1] The class wraps generateText in a multi-step cycle: 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Claude Agent SDK (Anthropic) takes the inverse approach for its first-party tools. [2] Add { type: 'code_execution_20250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One clarification that most comparisons miss: for client-defined tools — custom functions you author yourself — both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non-obvious angle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Most coverage frames this as a syntax comparison: ToolLoopAgent saves boilerplate or Anthropic's SDK feels more native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AI SDK 6 is a [[glossary/agent-harness]] — it abstracts the loop control flow, not the compute. You still own and operat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distinction has two concrete downstream consequences. Portability: AI SDK 6 lets you swap providers by changing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Side-by-side: 5-tool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same agent — weather lookup, web search, calculator, file read, and code execution — implemented in both SDKs: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// ── Vercel AI SDK 6 — ToolLoopAgent (~14 lines of agent logic) ─────────────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import { ToolLoopAgent } from 'ai';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import { weatherTool, searchTool, calcTool, fileTool, codeTool } from './tools';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When to pick 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Pick Vercel AI SDK 6 + ToolLoopAgent when: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Model portability is a requirement — swapping from Claude to GPT-4o must not touch agent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Your tools are all custom functions (web search and code execution can be self-managed)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You want local DevTools observability before committing to a full monitoring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