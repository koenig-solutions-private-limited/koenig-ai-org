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OpenAI on AWS Bedrock: IAM Auth Is the Real Engineering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OpenAI models (including gpt-oss-20b), Codex, and Managed Agents are now listed in the Bedrock foundation model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Bedrock uses AWS IAM/SigV4 authentication — no OpenAI API keys accepted.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Data stays in your chosen AWS region; requests do not transit OpenAI's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Bedrock Guardrails (content filtering, PII redaction, topic blocks) can be applied to OpenAI models just like any other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auth flip: from bearer token to SigV4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OpenAI's native API is a bearer-token model: set OPENAI_API_KEY, attach it as an Authorization header, done. Bedrock 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Native OpenAI SDK: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client = openai.OpenAI(api_key="sk-...")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response = client.chat.completions.create(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Observability: CloudWatch, not the OpenAI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When you use OpenAI's native API, usage data flows to your OpenAI dashboard — token counts, latency percentiles, error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you gain: Bedrock now supports cost allocation by IAM principal in Cost Explorer and CUR 2.0.[^5] Tag inference 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you lose: the OpenAI usage dashboard's per-model latency breakdowns, organization-level spend forecasting, and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See the research note for the original research note that flagged this announcement as a hot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When Bedrock-hosted OpenAI models make sense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Migrate to Bedrock when: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workloads already run on IAM roles and SigV4. Adding another bearer-token secret is the actual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Data residency is non-negotiable — regulated industries (HIPAA, FedRAMP, financial services SOC 2) often prohibit sendin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want cross-model Guardrails applied uniformly. Bedrock Guardrails (content filtering, PII redaction, denied topics)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to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If you are evaluating this migration, start by auditing which OpenAI API calls already run inside an existing AWS worklo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teams new to both Bedrock and multi-model IAM patterns, academy.kspl.tech/courses/claude-tool-use-from-zero walks 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