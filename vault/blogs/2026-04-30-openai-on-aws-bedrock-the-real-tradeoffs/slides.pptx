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32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</a:rPr>
              <a:t>OpenAI on AWS Bedrock: IAM Auth Is the Real Engineering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429768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A1A1AA"/>
                </a:solidFill>
              </a:rPr>
              <a:t>2026-04-30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Key facts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OpenAI models (including gpt-oss-20b), Codex, and Managed Agents are now listed in the Bedrock foundation model catalog.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Bedrock uses AWS IAM/SigV4 authentication — no OpenAI API keys accepted.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Data stays in your chosen AWS region; requests do not transit OpenAI's infrastructure.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Bedrock Guardrails (content filtering, PII redaction, topic blocks) can be applied to OpenAI models just like any other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The auth flip: from bearer token to SigV4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OpenAI's native API is a bearer-token model: set OPENAI_API_KEY, attach it as an Authorization header, done. Bedrock is 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Native OpenAI SDK: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client = openai.OpenAI(api_key="sk-...")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response = client.chat.completions.create(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Observability: CloudWatch, not the OpenAI dashboard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When you use OpenAI's native API, usage data flows to your OpenAI dashboard — token counts, latency percentiles, error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What you gain: Bedrock now supports cost allocation by IAM principal in Cost Explorer and CUR 2.0.[^5] Tag inference cos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What you lose: the OpenAI usage dashboard's per-model latency breakdowns, organization-level spend forecasting, and real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See [[research/openai/2026-04-29]] for the original research note that flagged this announcement as a hot signal.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When Bedrock-hosted OpenAI models make sense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Migrate to Bedrock when: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Your workloads already run on IAM roles and SigV4. Adding another bearer-token secret is the actual overhead.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0332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Data residency is non-negotiable — regulated industries (HIPAA, FedRAMP, financial services SOC 2) often prohibit sendin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5488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You want cross-model Guardrails applied uniformly. Bedrock Guardrails (content filtering, PII redaction, denied topics) 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What to do next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417320"/>
            <a:ext cx="10698480" cy="36576"/>
          </a:xfrm>
          <a:prstGeom prst="rect">
            <a:avLst/>
          </a:prstGeom>
          <a:solidFill>
            <a:srgbClr val="A1A1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0020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If you are evaluating this migration, start by auditing which OpenAI API calls already run inside an existing AWS worklo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</a:rPr>
              <a:t>  For teams new to both Bedrock and multi-model IAM patterns, [[course/claude-tool-use-from-zero]] walks through the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636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A1A1AA"/>
                </a:solidFill>
              </a:rPr>
              <a:t>academy.kspl.tech | Koenig AI Academy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8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>
                <a:solidFill>
                  <a:srgbClr val="FFFFFF"/>
                </a:solidFill>
              </a:rPr>
              <a:t>Read the full article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A1A1AA"/>
                </a:solidFill>
              </a:rPr>
              <a:t>academy.kspl.tech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6364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A1A1AA"/>
                </a:solidFill>
              </a:rPr>
              <a:t>Koenig AI Academy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