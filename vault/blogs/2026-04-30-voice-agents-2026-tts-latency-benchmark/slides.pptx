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Cartesia Sonic 3 Has the Fastest TTS. GPT Realtime Feels Faster. Here's Why.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Cartesia Sonic 3 achieves 40ms TTFA — the lowest of any paid TTS API as of Q1 2026 — using a State Space Model 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Kokoro 82M (Apache 2.0, released January 27, 2025) scores ELO 1059 on the Artificial Analysis Speech Leaderboard, fracti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Cost gap: Cartesia Sonic 3 costs $46.70/1M characters versus $0.70/1M characters for Kokoro 82M hosted — a 67× premium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OpenAI's standard TTS-1 API has a measured P90 TTFA of approximately 200ms — 5× slower than Cartesia, though ranked #4 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TTFA obsession misses the real bottleneck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Most TTS benchmark writeups — including the widely-cited Inworld benchmark — treat TTFA as the critical metric for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Here is a typical production voice agent pipeline: user speaks → ASR transcription (100-300ms) → LLM inference (500-1500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benchmark question that matters is not "which TTS fires first?" but "how quickly does the user hear the beginning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pipeline-level thinking is what separates production-grade voice agents from demo-quality ones. The [[blog/cloudfla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Cartesia Sonic 3: fastest paid, lowest latency floor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Sonic 3 uses a state space model (SSM) architecture rather than the transformer backbone common to other commercial TTS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At 40ms TTFA and ELO 1054, Sonic 3 is the right choice when: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Your pipeline already has a very fast LLM (sub-300ms via speculative decoding or a small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You're building a use case where raw latency floor matters, such as phone IVR or live translation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Kokoro 82M: the open-source upset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Kokoro 82M is the result you didn't expect from an 82-million-parameter model trained in roughly 1,000 A100 GPU-hours.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architecture uses StyleTTS 2 with an ISTFTNet vocoder, prioritising fast local inference over the real-time streamin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pip install kokoro&gt;=0.9.2 soundfile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kokoro import KPipeline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GPT Realtime: the pipeline collapse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OpenAI's Realtime API takes a categorically different approach. Rather than a text-in, audio-out TTS API, it's an audio-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user-perceived effect: the first audio chunk arrives closer to when the LLM would have produced its first tokens in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trade-offs are real: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Cost: Audio tokens on GPT-4o Realtime run significantly higher than standard TTS-1 per character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