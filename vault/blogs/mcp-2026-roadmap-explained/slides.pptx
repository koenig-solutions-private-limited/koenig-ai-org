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MCP's 2026 Roadmap Hands Spec Control to Working Groups — Here's What Actually Changes for Builders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MCP's 2026 roadmap identifies four priority areas: transport scalability, agent communication (Tasks primitive), enterpr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spec is migrating from release-based planning to Working Group-driven development, with a formal contributor ladder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Two security SEPs are in active review: SEP-1932 (DPoP) and SEP-1933 (Workload Identity Federation) [[1]](https://blog.m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Transport improvements target stateless HTTP sessions and .well-known server discovery, removing the requirement for a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Four Priority Areas — What Changes for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1. Transport Scalability: Stateless Sessions and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current Streamable HTTP transport requires a stateful session — the connection must stay alive to know what a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Stateless sessions: Horizontal scaling becomes tractable when any server replica can handle any request. Today's statefu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.well-known metadata: Servers can declare capabilities at a well-known URL without a live connection — the same model 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Governance Shift Is the Real Changelog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most under-reported section of the roadmap is the contributor ladder. Here's the mechanics [[1]](https://blog.modelc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SEPs (Spec Enhancement Proposals) are the formal gate for any protocol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Working Groups are domain-scoped bodies with delegated authority to accept SEPs in their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Core Maintainers retain strategic oversight but no longer need to review every SEP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