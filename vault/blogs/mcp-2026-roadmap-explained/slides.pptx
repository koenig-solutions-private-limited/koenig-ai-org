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MCP's 2026 Roadmap Hands Spec Control to Working Groups — Here's What Actually Changes for Builders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Identify the four 2026 MCP priority areas and their concrete builder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Explain how DPoP (RFC 9449) token binding prevents token theft in MCP auth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Understand how the Working Group governance model changes who controls the MCP 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MCP's 2026 roadmap identifies four priority areas: transport scalability, agent communication (Tasks primitive), enterpr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spec is migrating from release-based planning to Working Group-driven development, with a formal contributor ladder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Two security SEPs are in active review: SEP-1932 (DPoP) and SEP-1933 (Workload Identity Federation)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Transport improvements target stateless HTTP sessions and .well-known server discovery, removing the requirement for a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Transport Scalability &amp; Agent Communication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Transport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current Streamable HTTP transport requires a stateful session — the connection must stay alive to know what a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Stateless sessions: Horizontal scaling becomes tractable when any server replica can handle any request. Today's statefu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Agent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DPoP and Workload Identity &amp; Enterprise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DPoP and Workload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two in-review SEPs are complementary. SEP-1932 (DPoP, RFC 9449) binds OAuth access tokens to a client's public key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Together, they move MCP auth from "bearer token passed in a header" to "cryptographically bound credential that proves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Enterprise 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Governance Shift Is the Real Changelog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most under-reported section of the roadmap is the contributor ladder. Here's the mechanics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SEPs (Spec Enhancement Proposals) are the formal gate for any protocol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Working Groups are domain-scoped bodies with delegated authority to accept SEPs in their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Core Maintainers retain strategic oversight but no longer need to review every SEP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