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Cloudflare Agents Week 2026: every announcement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22+ features shipped across identity, compute, storage, and communication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Managed OAuth (RFC 9728) allows agents to authenticate against internal apps without service accounts.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Dynamic Workers &amp; Sandboxes GA provide secure environments for agents to execute untrusted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Artifacts &amp; AI Search offer Git-compatible storage and RAG-as-a-service primitives for agent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Identity: Solving the "Confused Deputy"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years, agents have been forced to operate in the shadows, using insecure service accounts or hardcoded tokens to acc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standard allows agents to dynamically discover how to authenticate against a protected URL. Instead of an agent "la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architectural shift aligns with the [[glossary/mcp|Model Context Protocol (MCP)]], which now requires RFC 9728 supp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Compute: Dynamic Workers and the GA of Sandboxes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Agents that can only talk are limited; agents that can act are transformative. However, giving an AI model the ability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Dynamic Workers allow developers to spawn lightweight, short-lived compute instances on the fly. Unlike traditional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Storage: Memory that speaks Git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One of the hardest parts of building agents is state management. How does an agent remember its progress across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Artifacts allows agents to create tens of millions of repositories for code, data, and state. Because it is Git-compatib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Communication: Markdown and Multi-channel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Cloudflare also introduced Markdown for Agents, a content negotiation standard where servers can return text/markdown wh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Agents are also becoming multi-channel. The launch of Email for Agents in public beta allows AI agents to send, receive,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