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Orchestrate visual workflows with Claude — Blender, Adobe CC, and Ableton via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Design launched April 17, 2026 as a collaborative design tool inside the Anthropic ecosystem, exporting to Canva,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Eight MCP connectors for creative software — including Blender, Adobe Creative Cloud, and Ableton — shipped April 28,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Model Context Protocol (MCP) is an open standard for AI-to-tool integration, described as "USB-C for AI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Anthropic joined the Blender Development Fund as a patron to support the Python API that underpins the Blender connector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Claude Design handles the visual, MCP handles the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Design — an Anthropic Labs product launched April 17 — is a collaborative design tool where you describe what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But Claude Design alone is a design surface. What makes the full stack powerful is the MCP connector layer released elev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two releases together form a pipeline: Claude Design for rapid ideation and prototyping, MCP connectors for producti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Blender connector turns natural language into Python API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Blender connector is the clearest proof that Claude is engineering workflows, not generating art. Blender's Python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MCP connector gives Claude a natural-language interface to bpy. You can ask Claude to "find all point lights in the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orchestration, not generation. Claude isn't rendering a 3D scene from a prompt — it's reading the scene you alre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model="claude-sonnet-4-6"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Bridging tools eliminates the manual handoff tax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most tedious part of creative production isn't any single tool — it's moving assets between them. A SketchUp archite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Anthropic's connector set targets this friction directly. The Adobe for creativity connector integrates with over 50 Cre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practical workflow: describe a room concept in SketchUp through Claude, open it in SketchUp to refine, then hand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orchestration beats generation for professional creatives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Generation tools produce artifacts. Orchestration tools produce workflows. The distinction is economic: an artifact is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Consider the three categories of creative work Claude enables: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Learning tools: Claude acts as an on-demand tutor for complex software, walking you through modifier stacks or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Code extension: Claude Code writes scripts, plugins, and generative systems for the software you already use — custom 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