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NotebookLM Just Got Classroom Integration. Its Killer Feature Is What It Won't 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the April 27 Update Added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Students at higher-education institutions can now access NotebookLM directly inside Google Classroom's Gemini tab. The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From there, the Studio panel surfaces seven output formats: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Audio Overviews — two AI hosts conduct a podcast-style deep dive on your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Video Overviews — the visual equivalent of Audio Overviews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Source-Grounding Is Not a Limitation. It's a Trust Architecture.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When Google launched Audio Overviews in September 2024, the announcement noted that "your personal data is never used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[[glossary/rag]] — retrieval-augmented generation — used as a constraint rather than an enhancement. Most RAG 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a researcher, this feels restrictive. For a student, it changes the risk profile entirely. A student using ChatGPT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This is why the classroom integration matters beyond its feature count. It gives educators a level of oversight over AI-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Build a 5-Minute NotebookLM Learning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core workflow is: upload a source → open Studio → generate outputs. Here is a concrete run-through using a single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Create a notebook — upload one PDF, Google Doc, URL, or YouTube video (NotebookLM supports sources up to 500,000 words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Generate an Audio Overview — click Generate in the Studio panel. Two AI hosts will produce a 10–20 minute deep-dive disc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Generate Flashcards — the same Studio panel produces a deck of Q&amp;A cards drawn exclusively from the source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NotebookLM's Broader Learning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classroom integration sits on top of a feature set that has been building toward learner use cases since Audio Overv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heavier users, Google AI Pro (formerly AI Premium) includes 5× more audio overviews, notebooks, and sources per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question="What constraint makes NotebookLM safer for classroom use than general-purpose AI assistants like ChatGPT?"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answers={["It uses a smaller, less capable model that makes fewer mistakes", "It can only answer questions based on sour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to Do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If your institution runs Google Workspace for Education, enable the Gemini in Classroom feature in your admin console,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a structured comparison of NotebookLM against other frontier AI tools across accuracy, cost, and use-case fit, our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