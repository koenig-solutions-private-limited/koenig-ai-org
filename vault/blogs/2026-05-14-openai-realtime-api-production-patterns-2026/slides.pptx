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How to Ship OpenAI Realtime Voice Agents to Production When Interruptions and Tools Matter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1A1AA"/>
                </a:solidFill>
              </a:rPr>
              <a:t>2026-05-14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How to Choose Realtime Over Whisper+TTS for Conversational Workloads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pipeline version of the same system has three serial boxes: STT, reasoning, and TTS.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It is the wrong default when the user expects a human-like turn.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Measure the full turn, not only TTS latency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benchmark that matters is user speech end to useful assistant response, not only TTS time to first audio.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That does not make TTS benchmarks irrelevant.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It means they answer a narrower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Instrument those as separate timestamps.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Build around interruptions before you polish the prompt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Interruption handling is where many demos become fragile.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That is not cosmetic.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A production agent needs audio-player cancellation, conversation truncation, and tool-side idempotency in the same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Audio transport is the other early decision.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synthesis names 24kHz PCM16 base64 chunks for standard Realtime audio and G.711 for telephony.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Budget for session growth instead of per-minute media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Realtime costs are easy to underestimate because a live call is not just one audio input and one audio output.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That curve is the reason the first production version needs summarization and rollover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instruction and session limits are also operational design constraints.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Keep fast tools always available, load specialized tools on demand, and summarize before reconnecting.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Keep a pipeline fallback even when Realtime is the main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417320"/>
            <a:ext cx="10698480" cy="36576"/>
          </a:xfrm>
          <a:prstGeom prst="rect">
            <a:avLst/>
          </a:prstGeom>
          <a:solidFill>
            <a:srgbClr val="A1A1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clean production architecture is not Realtime everywhere.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That keeps the premium path focused on its actual advantage: speech-native agency.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375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The decision tree is short.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Choose a pipeline when the job is batch, retryable, cost-sensitive, or vendor-specific for STT/TTS.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7492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  "Because Realtime does not generate audio."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1A1AA"/>
                </a:solidFill>
              </a:rPr>
              <a:t>academy.kspl.tech | Koenig AI Academy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Read the full 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A1A1AA"/>
                </a:solidFill>
              </a:rPr>
              <a:t>academy.kspl.tech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A1A1AA"/>
                </a:solidFill>
              </a:rPr>
              <a:t>Koenig AI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