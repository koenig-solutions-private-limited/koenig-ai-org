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Why Claude Security's partner moat matters more than its scanner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2026-05-01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Claude Security actually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Point it at a repository, directory, or branch. Claude Security scans, identifies vulnerabilities, provides severity 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Anthropic says the product already reduces "days of back and forth between the security team and the engineers to a 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 scheduled scan option lets teams set a regular cadence — addressing the "ongoing coverage rather than one-off audits"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For a practitioner, this is a shift-left acceleration. The interesting question is whether it replaces your existing SAS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partner embed is the real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Six security vendors — CrowdStrike, Microsoft Security, Palo Alto Networks, SentinelOne, TrendAI, and Wiz — are embeddin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is where the lock-in risk and the competitive pressure converge. If your organization runs CrowdStrike for 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As Deloitte's Adnan Amjad put it: "Together we're helping our clients close the critical gap between threat discovery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For DevSecOps leads, the question is not "should I try Claude Security?" — it is "what happens to my tooling strategy wh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Mythos context nobody should ignore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Claude Security exists because of Project Glasswing and the Mythos model. Anthropic describes Mythos Preview as their 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Anthropic's framing is direct: "AI is compressing the timeline between vulnerability discovery and exploitation" and "de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is not marketing. If Mythos-class models become accessible to adversaries — and Anthropic explicitly says they will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See the deeper analysis in [[2026-05-01-claude-security-beta]].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changes in your AppSec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Two concrete shifts for practitioners: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Triaging becomes a single-session activity instead of a multi-day loop. Today, a SAST finding goes to the security team,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Your existing security vendors now embed a frontier model you did not choose. If CrowdStrike or Wiz is in your stack, 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Try it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If you have a Claude Enterprise account: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# Open claude.ai/security or use the sidebar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# Point at a repo and start a 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# Review findings with confidence ratings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